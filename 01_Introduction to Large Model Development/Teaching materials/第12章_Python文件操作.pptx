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75" r:id="rId8"/>
  </p:sldMasterIdLst>
  <p:notesMasterIdLst>
    <p:notesMasterId r:id="rId14"/>
  </p:notesMasterIdLst>
  <p:handoutMasterIdLst>
    <p:handoutMasterId r:id="rId43"/>
  </p:handoutMasterIdLst>
  <p:sldIdLst>
    <p:sldId id="462" r:id="rId9"/>
    <p:sldId id="463" r:id="rId10"/>
    <p:sldId id="464" r:id="rId11"/>
    <p:sldId id="466" r:id="rId12"/>
    <p:sldId id="577" r:id="rId13"/>
    <p:sldId id="583" r:id="rId15"/>
    <p:sldId id="584" r:id="rId16"/>
    <p:sldId id="609" r:id="rId17"/>
    <p:sldId id="610" r:id="rId18"/>
    <p:sldId id="585" r:id="rId19"/>
    <p:sldId id="586" r:id="rId20"/>
    <p:sldId id="587" r:id="rId21"/>
    <p:sldId id="593" r:id="rId22"/>
    <p:sldId id="589" r:id="rId23"/>
    <p:sldId id="628" r:id="rId24"/>
    <p:sldId id="581" r:id="rId25"/>
    <p:sldId id="611" r:id="rId26"/>
    <p:sldId id="612" r:id="rId27"/>
    <p:sldId id="594" r:id="rId28"/>
    <p:sldId id="595" r:id="rId29"/>
    <p:sldId id="638" r:id="rId30"/>
    <p:sldId id="639" r:id="rId31"/>
    <p:sldId id="641" r:id="rId32"/>
    <p:sldId id="643" r:id="rId33"/>
    <p:sldId id="644" r:id="rId34"/>
    <p:sldId id="645" r:id="rId35"/>
    <p:sldId id="646" r:id="rId36"/>
    <p:sldId id="647" r:id="rId37"/>
    <p:sldId id="649" r:id="rId38"/>
    <p:sldId id="650" r:id="rId39"/>
    <p:sldId id="651" r:id="rId40"/>
    <p:sldId id="652" r:id="rId41"/>
    <p:sldId id="264" r:id="rId42"/>
  </p:sldIdLst>
  <p:sldSz cx="12192000" cy="6858000"/>
  <p:notesSz cx="6858000" cy="9144000"/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FFFFFF"/>
    <a:srgbClr val="B60206"/>
    <a:srgbClr val="B70006"/>
    <a:srgbClr val="49504F"/>
    <a:srgbClr val="FFFFE4"/>
    <a:srgbClr val="919191"/>
    <a:srgbClr val="333333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39" autoAdjust="0"/>
    <p:restoredTop sz="91908" autoAdjust="0"/>
  </p:normalViewPr>
  <p:slideViewPr>
    <p:cSldViewPr snapToGrid="0">
      <p:cViewPr varScale="1">
        <p:scale>
          <a:sx n="104" d="100"/>
          <a:sy n="104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7" Type="http://schemas.openxmlformats.org/officeDocument/2006/relationships/tags" Target="tags/tag5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handoutMaster" Target="handoutMasters/handoutMaster1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0" Type="http://schemas.openxmlformats.org/officeDocument/2006/relationships/slide" Target="slides/slide3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8" Type="http://schemas.openxmlformats.org/officeDocument/2006/relationships/theme" Target="../theme/theme6.xml"/><Relationship Id="rId17" Type="http://schemas.openxmlformats.org/officeDocument/2006/relationships/image" Target="../media/image6.png"/><Relationship Id="rId16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tags" Target="../tags/tag4.xml"/><Relationship Id="rId4" Type="http://schemas.openxmlformats.org/officeDocument/2006/relationships/image" Target="../media/image15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p>
            <a:r>
              <a:rPr lang="en-US" altLang="zh-CN" sz="4400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P</a:t>
            </a:r>
            <a:r>
              <a:rPr lang="en-US" altLang="zh-CN" sz="4400" dirty="0">
                <a:solidFill>
                  <a:schemeClr val="accent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y</a:t>
            </a:r>
            <a:r>
              <a:rPr lang="en-US" altLang="zh-CN" sz="4400" dirty="0">
                <a:solidFill>
                  <a:schemeClr val="accent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t</a:t>
            </a:r>
            <a:r>
              <a:rPr lang="en-US" altLang="zh-CN" sz="4400" dirty="0">
                <a:solidFill>
                  <a:schemeClr val="accent5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h</a:t>
            </a:r>
            <a:r>
              <a:rPr lang="en-US" altLang="zh-CN" sz="4400" dirty="0">
                <a:solidFill>
                  <a:schemeClr val="accent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o</a:t>
            </a:r>
            <a:r>
              <a:rPr lang="en-US" altLang="zh-CN" sz="4400" dirty="0">
                <a:solidFill>
                  <a:srgbClr val="92D05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n</a:t>
            </a:r>
            <a:r>
              <a:rPr lang="zh-CN" altLang="en-US" sz="44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文件操作</a:t>
            </a:r>
            <a:endParaRPr lang="zh-CN" altLang="en-US" sz="4400" dirty="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人生苦短，我学</a:t>
            </a:r>
            <a:r>
              <a:rPr kumimoji="1" lang="en-US" altLang="zh-CN" dirty="0"/>
              <a:t>Python!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71231" y="756218"/>
            <a:ext cx="5973761" cy="4256405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文件操作概述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文件的基本操作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文件操作综合案例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OS</a:t>
            </a:r>
            <a:r>
              <a:rPr lang="zh-CN" altLang="en-US" dirty="0">
                <a:solidFill>
                  <a:schemeClr val="tx1"/>
                </a:solidFill>
              </a:rPr>
              <a:t>模块实现文件操作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99581" y="423612"/>
            <a:ext cx="6654482" cy="4855845"/>
          </a:xfrm>
        </p:spPr>
        <p:txBody>
          <a:bodyPr/>
          <a:lstStyle/>
          <a:p>
            <a:r>
              <a:rPr lang="zh-CN" altLang="en-US" dirty="0"/>
              <a:t>了解文件操作的作用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文件操作概述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内存中存放的数据在计算机关机后就会消失。要长久保存数据，就要使用硬盘、光盘、</a:t>
            </a:r>
            <a:r>
              <a:rPr lang="en-US" altLang="zh-CN" dirty="0"/>
              <a:t>U </a:t>
            </a:r>
            <a:r>
              <a:rPr lang="zh-CN" altLang="en-US" dirty="0"/>
              <a:t>盘等设备。为了便于数据的管理和检索，引入了</a:t>
            </a:r>
            <a:r>
              <a:rPr lang="zh-CN" altLang="en-US" dirty="0">
                <a:solidFill>
                  <a:srgbClr val="B60206"/>
                </a:solidFill>
              </a:rPr>
              <a:t>“文件”</a:t>
            </a:r>
            <a:r>
              <a:rPr lang="zh-CN" altLang="en-US" dirty="0"/>
              <a:t>的概念。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一篇文章、一段视频、一个可执行程序，都可以被保存为一个文件，并赋予一个文件名。</a:t>
            </a:r>
            <a:r>
              <a:rPr lang="zh-CN" altLang="en-US" dirty="0"/>
              <a:t>操作系统以文件为单位管理磁盘中的数据。一般来说，文件可分为</a:t>
            </a:r>
            <a:r>
              <a:rPr lang="zh-CN" altLang="en-US" dirty="0">
                <a:solidFill>
                  <a:srgbClr val="B60206"/>
                </a:solidFill>
              </a:rPr>
              <a:t>文本文件、视频文件、音频文件、图像文件、可执行文件等多种类别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什么是文件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234" y="3314530"/>
            <a:ext cx="5102245" cy="3383804"/>
          </a:xfrm>
          <a:prstGeom prst="rect">
            <a:avLst/>
          </a:prstGeom>
        </p:spPr>
      </p:pic>
      <p:pic>
        <p:nvPicPr>
          <p:cNvPr id="3" name="图片 2" descr="D:/新版课程资料/AI+数据分析研发/播仔最新素材库 - All update/播仔最新素材库 - All update/01 (11).png01 (11)"/>
          <p:cNvPicPr>
            <a:picLocks noChangeAspect="1"/>
          </p:cNvPicPr>
          <p:nvPr/>
        </p:nvPicPr>
        <p:blipFill>
          <a:blip r:embed="rId2"/>
          <a:srcRect t="30" b="30"/>
          <a:stretch>
            <a:fillRect/>
          </a:stretch>
        </p:blipFill>
        <p:spPr>
          <a:xfrm>
            <a:off x="11318875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在日常生活中，文件操作主要包括</a:t>
            </a:r>
            <a:r>
              <a:rPr lang="zh-CN" altLang="en-US" dirty="0">
                <a:solidFill>
                  <a:srgbClr val="B60206"/>
                </a:solidFill>
              </a:rPr>
              <a:t>打开、关闭、读、写、追加</a:t>
            </a:r>
            <a:r>
              <a:rPr lang="zh-CN" altLang="en-US" dirty="0"/>
              <a:t>等操作。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文件操作包含哪些内容呢？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880" y="2402167"/>
            <a:ext cx="5567115" cy="203507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845" y="3829749"/>
            <a:ext cx="5677392" cy="159271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0491" y="4885038"/>
            <a:ext cx="5417492" cy="1735824"/>
          </a:xfrm>
          <a:prstGeom prst="rect">
            <a:avLst/>
          </a:prstGeom>
        </p:spPr>
      </p:pic>
      <p:pic>
        <p:nvPicPr>
          <p:cNvPr id="5" name="图片 4" descr="D:/新版课程资料/AI+数据分析研发/播仔最新素材库 - All update/播仔最新素材库 - All update/01 (11).png01 (11)"/>
          <p:cNvPicPr>
            <a:picLocks noChangeAspect="1"/>
          </p:cNvPicPr>
          <p:nvPr/>
        </p:nvPicPr>
        <p:blipFill>
          <a:blip r:embed="rId4"/>
          <a:srcRect t="30" b="30"/>
          <a:stretch>
            <a:fillRect/>
          </a:stretch>
        </p:blipFill>
        <p:spPr>
          <a:xfrm>
            <a:off x="11318875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2390140" y="2317115"/>
            <a:ext cx="7827645" cy="3585210"/>
          </a:xfrm>
        </p:spPr>
        <p:txBody>
          <a:bodyPr/>
          <a:lstStyle/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把一些内容</a:t>
            </a:r>
            <a:r>
              <a:rPr lang="en-US" altLang="zh-CN" dirty="0">
                <a:solidFill>
                  <a:srgbClr val="B60206"/>
                </a:solidFill>
              </a:rPr>
              <a:t>(</a:t>
            </a:r>
            <a:r>
              <a:rPr lang="zh-CN" altLang="en-US" dirty="0">
                <a:solidFill>
                  <a:srgbClr val="B60206"/>
                </a:solidFill>
              </a:rPr>
              <a:t>数据</a:t>
            </a:r>
            <a:r>
              <a:rPr lang="en-US" altLang="zh-CN" dirty="0">
                <a:solidFill>
                  <a:srgbClr val="B60206"/>
                </a:solidFill>
              </a:rPr>
              <a:t>)</a:t>
            </a:r>
            <a:r>
              <a:rPr lang="zh-CN" altLang="en-US" dirty="0">
                <a:solidFill>
                  <a:srgbClr val="B60206"/>
                </a:solidFill>
              </a:rPr>
              <a:t>存储存放起来</a:t>
            </a:r>
            <a:r>
              <a:rPr dirty="0">
                <a:solidFill>
                  <a:srgbClr val="B60206"/>
                </a:solidFill>
              </a:rPr>
              <a:t>,</a:t>
            </a:r>
            <a:r>
              <a:rPr lang="zh-CN" altLang="en-US" dirty="0">
                <a:solidFill>
                  <a:srgbClr val="B60206"/>
                </a:solidFill>
              </a:rPr>
              <a:t>可以让程序下一次执行的时候直接使用</a:t>
            </a: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而不必重新制作一份，省时省力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1255395" y="1736090"/>
            <a:ext cx="7011035" cy="516890"/>
          </a:xfrm>
        </p:spPr>
        <p:txBody>
          <a:bodyPr/>
          <a:lstStyle/>
          <a:p>
            <a:r>
              <a:rPr lang="zh-CN" altLang="en-US" dirty="0"/>
              <a:t>文件操作的作用</a:t>
            </a:r>
            <a:endParaRPr lang="zh-CN" altLang="en-US" dirty="0"/>
          </a:p>
        </p:txBody>
      </p:sp>
      <p:pic>
        <p:nvPicPr>
          <p:cNvPr id="5" name="图片 4" descr="D:/新版课程资料/AI+数据分析研发/播仔最新素材库 - All update/播仔最新素材库 - All update/01 (11).png01 (11)"/>
          <p:cNvPicPr>
            <a:picLocks noChangeAspect="1"/>
          </p:cNvPicPr>
          <p:nvPr/>
        </p:nvPicPr>
        <p:blipFill>
          <a:blip r:embed="rId1"/>
          <a:srcRect t="30" b="30"/>
          <a:stretch>
            <a:fillRect/>
          </a:stretch>
        </p:blipFill>
        <p:spPr>
          <a:xfrm>
            <a:off x="11318875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71231" y="756218"/>
            <a:ext cx="5973761" cy="42564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文件操作概述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文件的基本操作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文件操作综合案例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  <a:sym typeface="+mn-ea"/>
              </a:rPr>
              <a:t>OS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模块实现文件操作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99581" y="423612"/>
            <a:ext cx="6654482" cy="4855845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打开文件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读写等操作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关闭文件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文件的基本操作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02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565" y="1813560"/>
            <a:ext cx="10749915" cy="318960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想想我们平常对文件的基本操作的流程</a:t>
            </a:r>
            <a:r>
              <a:rPr sz="1800" dirty="0"/>
              <a:t>,</a:t>
            </a:r>
            <a:r>
              <a:rPr lang="zh-CN" altLang="en-US" sz="1800" dirty="0"/>
              <a:t>可以分为三个步骤：</a:t>
            </a:r>
            <a:endParaRPr lang="zh-CN" altLang="en-US" sz="1800" dirty="0"/>
          </a:p>
          <a:p>
            <a:pPr marL="0" indent="0">
              <a:buNone/>
            </a:pPr>
            <a:r>
              <a:rPr lang="zh-CN" altLang="en-US" sz="1800">
                <a:sym typeface="+mn-ea"/>
              </a:rPr>
              <a:t>简称文件操作三步走</a:t>
            </a:r>
            <a:r>
              <a:rPr sz="1800">
                <a:sym typeface="+mn-ea"/>
              </a:rPr>
              <a:t>:</a:t>
            </a:r>
            <a:endParaRPr lang="en-US" altLang="zh-CN" sz="1800" dirty="0"/>
          </a:p>
          <a:p>
            <a:pPr marL="457200" lvl="1" indent="0">
              <a:buNone/>
            </a:pPr>
            <a:r>
              <a:rPr lang="zh-CN" altLang="en-US" sz="2000" dirty="0">
                <a:solidFill>
                  <a:srgbClr val="B60206"/>
                </a:solidFill>
              </a:rPr>
              <a:t>① 打开文件</a:t>
            </a:r>
            <a:endParaRPr lang="en-US" altLang="zh-CN" sz="2000" dirty="0">
              <a:solidFill>
                <a:srgbClr val="B60206"/>
              </a:solidFill>
            </a:endParaRPr>
          </a:p>
          <a:p>
            <a:pPr marL="457200" lvl="1" indent="0">
              <a:buNone/>
            </a:pPr>
            <a:r>
              <a:rPr lang="zh-CN" altLang="en-US" sz="2000" dirty="0">
                <a:solidFill>
                  <a:srgbClr val="B60206"/>
                </a:solidFill>
              </a:rPr>
              <a:t>② 读写文件</a:t>
            </a:r>
            <a:endParaRPr lang="en-US" altLang="zh-CN" sz="2000" dirty="0">
              <a:solidFill>
                <a:srgbClr val="B60206"/>
              </a:solidFill>
            </a:endParaRPr>
          </a:p>
          <a:p>
            <a:pPr marL="457200" lvl="1" indent="0">
              <a:buNone/>
            </a:pPr>
            <a:r>
              <a:rPr lang="zh-CN" altLang="en-US" sz="2000" dirty="0">
                <a:solidFill>
                  <a:srgbClr val="B60206"/>
                </a:solidFill>
              </a:rPr>
              <a:t>③ 关闭文件</a:t>
            </a:r>
            <a:endParaRPr lang="zh-CN" altLang="en-US" sz="2000" dirty="0">
              <a:solidFill>
                <a:srgbClr val="B6020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文件的操作步骤</a:t>
            </a:r>
            <a:endParaRPr lang="zh-CN" altLang="en-US" dirty="0"/>
          </a:p>
        </p:txBody>
      </p:sp>
      <p:pic>
        <p:nvPicPr>
          <p:cNvPr id="3" name="图片 2" descr="D:/新版课程资料/AI+数据分析研发/播仔最新素材库 - All update/播仔最新素材库 - All update/01 (14).png01 (14)"/>
          <p:cNvPicPr>
            <a:picLocks noChangeAspect="1"/>
          </p:cNvPicPr>
          <p:nvPr/>
        </p:nvPicPr>
        <p:blipFill>
          <a:blip r:embed="rId1"/>
          <a:srcRect t="30" b="30"/>
          <a:stretch>
            <a:fillRect/>
          </a:stretch>
        </p:blipFill>
        <p:spPr>
          <a:xfrm>
            <a:off x="11226165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-US" altLang="zh-CN" dirty="0"/>
              <a:t>Python</a:t>
            </a:r>
            <a:r>
              <a:rPr lang="zh-CN" altLang="en-US" dirty="0"/>
              <a:t>，使用</a:t>
            </a:r>
            <a:r>
              <a:rPr lang="en-US" altLang="zh-CN" dirty="0"/>
              <a:t>open</a:t>
            </a:r>
            <a:r>
              <a:rPr lang="zh-CN" altLang="en-US" dirty="0"/>
              <a:t>函数，可以打开一个已经存在的文件，或者创建一个新文件，语法如下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name</a:t>
            </a:r>
            <a:r>
              <a:rPr lang="zh-CN" altLang="en-US" dirty="0">
                <a:solidFill>
                  <a:srgbClr val="B60206"/>
                </a:solidFill>
              </a:rPr>
              <a:t>：是要打开的目标文件名的字符串</a:t>
            </a:r>
            <a:r>
              <a:rPr lang="en-US" altLang="zh-CN" dirty="0">
                <a:solidFill>
                  <a:srgbClr val="B60206"/>
                </a:solidFill>
              </a:rPr>
              <a:t>(</a:t>
            </a:r>
            <a:r>
              <a:rPr lang="zh-CN" altLang="en-US" dirty="0">
                <a:solidFill>
                  <a:srgbClr val="B60206"/>
                </a:solidFill>
              </a:rPr>
              <a:t>可以包含文件所在的具体路径</a:t>
            </a:r>
            <a:r>
              <a:rPr lang="en-US" altLang="zh-CN" dirty="0">
                <a:solidFill>
                  <a:srgbClr val="B60206"/>
                </a:solidFill>
              </a:rPr>
              <a:t>)</a:t>
            </a:r>
            <a:r>
              <a:rPr lang="zh-CN" altLang="en-US" dirty="0">
                <a:solidFill>
                  <a:srgbClr val="B60206"/>
                </a:solidFill>
              </a:rPr>
              <a:t>。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mode</a:t>
            </a:r>
            <a:r>
              <a:rPr lang="zh-CN" altLang="en-US" dirty="0">
                <a:solidFill>
                  <a:srgbClr val="B60206"/>
                </a:solidFill>
              </a:rPr>
              <a:t>：设置打开文件的模式</a:t>
            </a:r>
            <a:r>
              <a:rPr lang="en-US" altLang="zh-CN" dirty="0">
                <a:solidFill>
                  <a:srgbClr val="B60206"/>
                </a:solidFill>
              </a:rPr>
              <a:t>(</a:t>
            </a:r>
            <a:r>
              <a:rPr lang="zh-CN" altLang="en-US" dirty="0">
                <a:solidFill>
                  <a:srgbClr val="B60206"/>
                </a:solidFill>
              </a:rPr>
              <a:t>访问模式</a:t>
            </a:r>
            <a:r>
              <a:rPr lang="en-US" altLang="zh-CN" dirty="0">
                <a:solidFill>
                  <a:srgbClr val="B60206"/>
                </a:solidFill>
              </a:rPr>
              <a:t>)</a:t>
            </a:r>
            <a:r>
              <a:rPr lang="zh-CN" altLang="en-US" dirty="0">
                <a:solidFill>
                  <a:srgbClr val="B60206"/>
                </a:solidFill>
              </a:rPr>
              <a:t>：只读、写入、追加等。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示例代码：</a:t>
            </a:r>
            <a:endParaRPr lang="en-US" altLang="zh-CN" dirty="0">
              <a:solidFill>
                <a:srgbClr val="B6020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open()</a:t>
            </a:r>
            <a:r>
              <a:rPr lang="zh-CN" altLang="en-US" dirty="0"/>
              <a:t>打开函数</a:t>
            </a:r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820970" y="2191190"/>
            <a:ext cx="10302240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open(name, mode)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820970" y="4259455"/>
            <a:ext cx="10302240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 = open('python.txt', 'r')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三角形 9"/>
          <p:cNvSpPr/>
          <p:nvPr/>
        </p:nvSpPr>
        <p:spPr>
          <a:xfrm rot="2651319">
            <a:off x="717495" y="5416718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TextBox 6"/>
          <p:cNvSpPr txBox="1"/>
          <p:nvPr/>
        </p:nvSpPr>
        <p:spPr>
          <a:xfrm>
            <a:off x="1085446" y="5448184"/>
            <a:ext cx="977328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注意：此时的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`f`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`open`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函数的文件对象，对象是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Python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中一种特殊的数据类型，拥有属性和方法，可以使用对象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.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属性或对象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.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方法对其进行访问，后续面向对象课程会给大家进行详细的介绍。</a:t>
            </a:r>
            <a:endParaRPr lang="en-US" altLang="zh-CN" sz="14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20969" y="5031618"/>
            <a:ext cx="10302240" cy="1296102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710881" y="5132605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  <a:endParaRPr kumimoji="1" lang="zh-CN" altLang="en-US" sz="140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3" name="图片 2" descr="D:/新版课程资料/AI+数据分析研发/播仔最新素材库 - All update/播仔最新素材库 - All update/01 (14).png01 (14)"/>
          <p:cNvPicPr>
            <a:picLocks noChangeAspect="1"/>
          </p:cNvPicPr>
          <p:nvPr/>
        </p:nvPicPr>
        <p:blipFill>
          <a:blip r:embed="rId1"/>
          <a:srcRect t="30" b="30"/>
          <a:stretch>
            <a:fillRect/>
          </a:stretch>
        </p:blipFill>
        <p:spPr>
          <a:xfrm>
            <a:off x="11226165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基本语法：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close()</a:t>
            </a:r>
            <a:r>
              <a:rPr lang="zh-CN" altLang="en-US" dirty="0"/>
              <a:t>关闭函数</a:t>
            </a:r>
            <a:endParaRPr lang="zh-CN" altLang="en-US" dirty="0"/>
          </a:p>
        </p:txBody>
      </p:sp>
      <p:sp>
        <p:nvSpPr>
          <p:cNvPr id="6" name="TextBox 3"/>
          <p:cNvSpPr txBox="1"/>
          <p:nvPr/>
        </p:nvSpPr>
        <p:spPr>
          <a:xfrm>
            <a:off x="793627" y="2733433"/>
            <a:ext cx="10467932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文件对象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.close()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三角形 9"/>
          <p:cNvSpPr/>
          <p:nvPr/>
        </p:nvSpPr>
        <p:spPr>
          <a:xfrm rot="2651319">
            <a:off x="717495" y="4069176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TextBox 6"/>
          <p:cNvSpPr txBox="1"/>
          <p:nvPr/>
        </p:nvSpPr>
        <p:spPr>
          <a:xfrm>
            <a:off x="1085446" y="4100642"/>
            <a:ext cx="9773285" cy="3809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注意：可以只打开和关闭文件，不进行任何读写</a:t>
            </a:r>
            <a:endParaRPr lang="en-US" altLang="zh-CN" sz="14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20969" y="3684076"/>
            <a:ext cx="10302240" cy="958385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10881" y="3785063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  <a:endParaRPr kumimoji="1" lang="zh-CN" altLang="en-US" sz="140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9" name="图片 8" descr="D:/新版课程资料/AI+数据分析研发/播仔最新素材库 - All update/播仔最新素材库 - All update/01 (14).png01 (14)"/>
          <p:cNvPicPr>
            <a:picLocks noChangeAspect="1"/>
          </p:cNvPicPr>
          <p:nvPr/>
        </p:nvPicPr>
        <p:blipFill>
          <a:blip r:embed="rId1"/>
          <a:srcRect t="30" b="30"/>
          <a:stretch>
            <a:fillRect/>
          </a:stretch>
        </p:blipFill>
        <p:spPr>
          <a:xfrm>
            <a:off x="11226165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AD2B26"/>
                </a:solidFill>
              </a:rPr>
              <a:t>read()</a:t>
            </a:r>
            <a:r>
              <a:rPr lang="zh-CN" altLang="en-US" dirty="0">
                <a:solidFill>
                  <a:srgbClr val="AD2B26"/>
                </a:solidFill>
              </a:rPr>
              <a:t>方法：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num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表示要从文件中读取的数据的长度（单位是字符），如果没有传入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num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，那么就表示读取文件中所有的数据。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dirty="0" err="1">
              <a:solidFill>
                <a:srgbClr val="AD2B26"/>
              </a:solidFill>
              <a:sym typeface="+mn-ea"/>
            </a:endParaRPr>
          </a:p>
          <a:p>
            <a:pPr marL="0" indent="0">
              <a:buNone/>
            </a:pPr>
            <a:r>
              <a:rPr dirty="0" err="1">
                <a:solidFill>
                  <a:srgbClr val="AD2B26"/>
                </a:solidFill>
                <a:sym typeface="+mn-ea"/>
              </a:rPr>
              <a:t>readline</a:t>
            </a:r>
            <a:r>
              <a:rPr>
                <a:solidFill>
                  <a:srgbClr val="AD2B26"/>
                </a:solidFill>
                <a:sym typeface="+mn-ea"/>
              </a:rPr>
              <a:t>()</a:t>
            </a:r>
            <a:r>
              <a:rPr lang="zh-CN" altLang="en-US">
                <a:solidFill>
                  <a:srgbClr val="AD2B26"/>
                </a:solidFill>
                <a:sym typeface="+mn-ea"/>
              </a:rPr>
              <a:t>方法：一次读取一行内容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读操作相关方法</a:t>
            </a:r>
            <a:endParaRPr lang="zh-CN" altLang="en-US" dirty="0"/>
          </a:p>
        </p:txBody>
      </p:sp>
      <p:sp>
        <p:nvSpPr>
          <p:cNvPr id="6" name="TextBox 3"/>
          <p:cNvSpPr txBox="1"/>
          <p:nvPr/>
        </p:nvSpPr>
        <p:spPr>
          <a:xfrm>
            <a:off x="710880" y="2174633"/>
            <a:ext cx="10666853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文件对象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.read(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num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710880" y="3863135"/>
            <a:ext cx="10666853" cy="224536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f = open('python.txt')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content 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f.readline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()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print(f'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第一行：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{content}')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content 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f.readline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()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print(f'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第二行：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{content}')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关闭文件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f.close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()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3" name="图片 2" descr="D:/新版课程资料/AI+数据分析研发/播仔最新素材库 - All update/播仔最新素材库 - All update/01 (14).png01 (14)"/>
          <p:cNvPicPr>
            <a:picLocks noChangeAspect="1"/>
          </p:cNvPicPr>
          <p:nvPr/>
        </p:nvPicPr>
        <p:blipFill>
          <a:blip r:embed="rId1"/>
          <a:srcRect t="30" b="30"/>
          <a:stretch>
            <a:fillRect/>
          </a:stretch>
        </p:blipFill>
        <p:spPr>
          <a:xfrm>
            <a:off x="11312525" y="5551170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>
                <a:solidFill>
                  <a:srgbClr val="AD2B26"/>
                </a:solidFill>
              </a:rPr>
              <a:t>readlines</a:t>
            </a:r>
            <a:r>
              <a:rPr lang="en-US" altLang="zh-CN" dirty="0">
                <a:solidFill>
                  <a:srgbClr val="AD2B26"/>
                </a:solidFill>
              </a:rPr>
              <a:t>()</a:t>
            </a:r>
            <a:r>
              <a:rPr lang="zh-CN" altLang="en-US" dirty="0">
                <a:solidFill>
                  <a:srgbClr val="AD2B26"/>
                </a:solidFill>
              </a:rPr>
              <a:t>方法：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readlines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可以按照行的方式把整个文件中的内容进行一次性读取，并且返回的是一个</a:t>
            </a:r>
            <a:r>
              <a:rPr lang="zh-CN" altLang="en-US" dirty="0">
                <a:solidFill>
                  <a:srgbClr val="AD2B26"/>
                </a:solidFill>
              </a:rPr>
              <a:t>列表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，其中每一行的数据为一个元素。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读操作相关方法</a:t>
            </a:r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710880" y="2996995"/>
            <a:ext cx="10666853" cy="181588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 = open('python.txt')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content 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f.readlines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['hello world\n', '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abcdefg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\n', '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aaa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\n', '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bbb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\n', 'ccc']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print(content)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关闭文件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f.close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3" name="图片 2" descr="D:/新版课程资料/AI+数据分析研发/播仔最新素材库 - All update/播仔最新素材库 - All update/01 (14).png01 (14)"/>
          <p:cNvPicPr>
            <a:picLocks noChangeAspect="1"/>
          </p:cNvPicPr>
          <p:nvPr/>
        </p:nvPicPr>
        <p:blipFill>
          <a:blip r:embed="rId1"/>
          <a:srcRect t="30" b="30"/>
          <a:stretch>
            <a:fillRect/>
          </a:stretch>
        </p:blipFill>
        <p:spPr>
          <a:xfrm>
            <a:off x="11226165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案例演示：</a:t>
            </a:r>
            <a:endParaRPr lang="en-US" altLang="zh-CN" dirty="0">
              <a:solidFill>
                <a:srgbClr val="B700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700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注意：</a:t>
            </a:r>
            <a:endParaRPr lang="en-US" altLang="zh-CN" dirty="0">
              <a:solidFill>
                <a:srgbClr val="B60206"/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rgbClr val="B60206"/>
                </a:solidFill>
              </a:rPr>
              <a:t>w</a:t>
            </a:r>
            <a:r>
              <a:rPr lang="zh-CN" altLang="en-US" dirty="0">
                <a:solidFill>
                  <a:srgbClr val="B60206"/>
                </a:solidFill>
              </a:rPr>
              <a:t>模式和</a:t>
            </a:r>
            <a:r>
              <a:rPr lang="en-US" altLang="zh-CN" dirty="0">
                <a:solidFill>
                  <a:srgbClr val="B60206"/>
                </a:solidFill>
              </a:rPr>
              <a:t>a</a:t>
            </a:r>
            <a:r>
              <a:rPr lang="zh-CN" altLang="en-US" dirty="0">
                <a:solidFill>
                  <a:srgbClr val="B60206"/>
                </a:solidFill>
              </a:rPr>
              <a:t>模式：如果文件不存在则创建该文件；如果文件存在，</a:t>
            </a:r>
            <a:r>
              <a:rPr lang="en-US" altLang="zh-CN" dirty="0">
                <a:solidFill>
                  <a:srgbClr val="B60206"/>
                </a:solidFill>
              </a:rPr>
              <a:t>w</a:t>
            </a:r>
            <a:r>
              <a:rPr lang="zh-CN" altLang="en-US" dirty="0">
                <a:solidFill>
                  <a:srgbClr val="B60206"/>
                </a:solidFill>
              </a:rPr>
              <a:t>模式先清空再写入，</a:t>
            </a:r>
            <a:r>
              <a:rPr lang="en-US" altLang="zh-CN" dirty="0">
                <a:solidFill>
                  <a:srgbClr val="B60206"/>
                </a:solidFill>
              </a:rPr>
              <a:t>a</a:t>
            </a:r>
            <a:r>
              <a:rPr lang="zh-CN" altLang="en-US" dirty="0">
                <a:solidFill>
                  <a:srgbClr val="B60206"/>
                </a:solidFill>
              </a:rPr>
              <a:t>模式直接末尾追加。</a:t>
            </a:r>
            <a:endParaRPr lang="en-US" altLang="zh-CN" dirty="0">
              <a:solidFill>
                <a:srgbClr val="B60206"/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rgbClr val="B60206"/>
                </a:solidFill>
              </a:rPr>
              <a:t>r</a:t>
            </a:r>
            <a:r>
              <a:rPr lang="zh-CN" altLang="en-US" dirty="0">
                <a:solidFill>
                  <a:srgbClr val="B60206"/>
                </a:solidFill>
              </a:rPr>
              <a:t>模式：如果文件不存在则报错。</a:t>
            </a:r>
            <a:endParaRPr lang="en-US" altLang="zh-CN" dirty="0">
              <a:solidFill>
                <a:srgbClr val="B6020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写操作快速入门</a:t>
            </a:r>
            <a:endParaRPr lang="zh-CN" altLang="en-US" dirty="0"/>
          </a:p>
        </p:txBody>
      </p:sp>
      <p:sp>
        <p:nvSpPr>
          <p:cNvPr id="6" name="TextBox 3"/>
          <p:cNvSpPr txBox="1"/>
          <p:nvPr/>
        </p:nvSpPr>
        <p:spPr>
          <a:xfrm>
            <a:off x="710880" y="2174633"/>
            <a:ext cx="10666853" cy="181588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1.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打开文件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 = open('python.txt', 'w')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2.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文件写入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f.write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('hello world')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3.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关闭文件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f.close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3" name="图片 2" descr="D:/新版课程资料/AI+数据分析研发/播仔最新素材库 - All update/播仔最新素材库 - All update/01 (14).png01 (14)"/>
          <p:cNvPicPr>
            <a:picLocks noChangeAspect="1"/>
          </p:cNvPicPr>
          <p:nvPr/>
        </p:nvPicPr>
        <p:blipFill>
          <a:blip r:embed="rId1"/>
          <a:srcRect t="30" b="30"/>
          <a:stretch>
            <a:fillRect/>
          </a:stretch>
        </p:blipFill>
        <p:spPr>
          <a:xfrm>
            <a:off x="11226165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71231" y="756218"/>
            <a:ext cx="5973761" cy="42564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文件操作概述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文件的基本操作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文件操作综合案例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  <a:sym typeface="+mn-ea"/>
              </a:rPr>
              <a:t>OS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模块实现文件操作</a:t>
            </a:r>
            <a:endParaRPr lang="en-US" altLang="zh-CN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99581" y="423612"/>
            <a:ext cx="6654482" cy="48558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完成文件备份案例</a:t>
            </a:r>
            <a:endParaRPr lang="en-US" altLang="zh-C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文件备份案例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03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需求：已知当前目录下存在一个任意文件，完成对该文件的备份功能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备份文件名为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xx[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备份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后缀，例如：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test[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备份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].txt)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实现思路：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①</a:t>
            </a:r>
            <a:r>
              <a:rPr dirty="0">
                <a:solidFill>
                  <a:srgbClr val="AD2B26"/>
                </a:solidFill>
              </a:rPr>
              <a:t> </a:t>
            </a:r>
            <a:r>
              <a:rPr lang="zh-CN" altLang="en-US" dirty="0">
                <a:solidFill>
                  <a:srgbClr val="AD2B26"/>
                </a:solidFill>
              </a:rPr>
              <a:t>读取原始文件</a:t>
            </a:r>
            <a:endParaRPr lang="zh-CN" altLang="en-US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rgbClr val="AD2B26"/>
                </a:solidFill>
                <a:sym typeface="+mn-ea"/>
              </a:rPr>
              <a:t>②</a:t>
            </a:r>
            <a:r>
              <a:rPr>
                <a:solidFill>
                  <a:srgbClr val="AD2B26"/>
                </a:solidFill>
                <a:sym typeface="+mn-ea"/>
              </a:rPr>
              <a:t> </a:t>
            </a:r>
            <a:r>
              <a:rPr lang="zh-CN" altLang="en-US">
                <a:solidFill>
                  <a:srgbClr val="AD2B26"/>
                </a:solidFill>
                <a:sym typeface="+mn-ea"/>
              </a:rPr>
              <a:t>创建一个空的备份文件</a:t>
            </a:r>
            <a:endParaRPr lang="zh-CN" altLang="en-US">
              <a:solidFill>
                <a:srgbClr val="AD2B26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rgbClr val="AD2B26"/>
                </a:solidFill>
                <a:sym typeface="+mn-ea"/>
              </a:rPr>
              <a:t>③</a:t>
            </a:r>
            <a:r>
              <a:rPr>
                <a:solidFill>
                  <a:srgbClr val="AD2B26"/>
                </a:solidFill>
                <a:sym typeface="+mn-ea"/>
              </a:rPr>
              <a:t> </a:t>
            </a:r>
            <a:r>
              <a:rPr lang="zh-CN" altLang="en-US">
                <a:solidFill>
                  <a:srgbClr val="AD2B26"/>
                </a:solidFill>
                <a:sym typeface="+mn-ea"/>
              </a:rPr>
              <a:t>从原始文件中把数据写入到空的备份文件中</a:t>
            </a:r>
            <a:endParaRPr lang="zh-CN" altLang="en-US">
              <a:solidFill>
                <a:srgbClr val="AD2B26"/>
              </a:solidFill>
              <a:sym typeface="+mn-ea"/>
            </a:endParaRPr>
          </a:p>
          <a:p>
            <a:pPr marL="0" indent="0">
              <a:buNone/>
            </a:pPr>
            <a:endParaRPr lang="zh-CN" altLang="en-US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需求分析</a:t>
            </a:r>
            <a:endParaRPr lang="zh-CN" altLang="en-US" dirty="0"/>
          </a:p>
        </p:txBody>
      </p:sp>
      <p:pic>
        <p:nvPicPr>
          <p:cNvPr id="5" name="图片 4" descr="D:/新版课程资料/AI+数据分析研发/播仔最新素材库 - All update/播仔最新素材库 - All update/01 (15).png01 (15)"/>
          <p:cNvPicPr>
            <a:picLocks noChangeAspect="1"/>
          </p:cNvPicPr>
          <p:nvPr/>
        </p:nvPicPr>
        <p:blipFill>
          <a:blip r:embed="rId1"/>
          <a:srcRect t="30" b="30"/>
          <a:stretch>
            <a:fillRect/>
          </a:stretch>
        </p:blipFill>
        <p:spPr>
          <a:xfrm>
            <a:off x="11226165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文本文件备份代码实现</a:t>
            </a:r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851535" y="1607820"/>
            <a:ext cx="9874885" cy="431927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1.打开文件</a:t>
            </a:r>
            <a:endParaRPr lang="en-US" altLang="zh-CN" sz="2000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f1 = open('test1.txt',mode='r',encoding='utf8')</a:t>
            </a:r>
            <a:endParaRPr lang="en-US" altLang="zh-CN" sz="2000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f2 = open('test1[备份].txt',mode='w',encoding='utf8')</a:t>
            </a:r>
            <a:endParaRPr lang="en-US" altLang="zh-CN" sz="2000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2.读写文件</a:t>
            </a:r>
            <a:endParaRPr lang="en-US" altLang="zh-CN" sz="2000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 = f1.read()</a:t>
            </a:r>
            <a:endParaRPr lang="en-US" altLang="zh-CN" sz="2000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f2.write(data)</a:t>
            </a:r>
            <a:endParaRPr lang="en-US" altLang="zh-CN" sz="2000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3.关闭文件</a:t>
            </a:r>
            <a:endParaRPr lang="en-US" altLang="zh-CN" sz="2000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f1.close()</a:t>
            </a:r>
            <a:endParaRPr lang="en-US" altLang="zh-CN" sz="2000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f2.close()</a:t>
            </a:r>
            <a:endParaRPr lang="en-US" altLang="zh-CN" sz="2000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" name="图片 1" descr="D:/新版课程资料/AI+数据分析研发/播仔最新素材库 - All update/播仔最新素材库 - All update/01 (15).png01 (15)"/>
          <p:cNvPicPr>
            <a:picLocks noChangeAspect="1"/>
          </p:cNvPicPr>
          <p:nvPr/>
        </p:nvPicPr>
        <p:blipFill>
          <a:blip r:embed="rId1"/>
          <a:srcRect t="30" b="30"/>
          <a:stretch>
            <a:fillRect/>
          </a:stretch>
        </p:blipFill>
        <p:spPr>
          <a:xfrm>
            <a:off x="11226165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824230" y="1196340"/>
            <a:ext cx="10321925" cy="4219575"/>
          </a:xfrm>
        </p:spPr>
        <p:txBody>
          <a:bodyPr/>
          <a:lstStyle/>
          <a:p>
            <a:pPr marL="0" indent="0">
              <a:buNone/>
            </a:pPr>
            <a:endParaRPr lang="zh-CN" altLang="en-US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需求：编写一个程序实现</a:t>
            </a: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: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用户输入一个文件名</a:t>
            </a: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,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完成对该文件的备份功能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备份文件名为</a:t>
            </a: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xx[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备份</a:t>
            </a: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]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后缀，例如：</a:t>
            </a: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test[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备份</a:t>
            </a: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].txt)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实现思路：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rgbClr val="AD2B26"/>
                </a:solidFill>
                <a:sym typeface="+mn-ea"/>
              </a:rPr>
              <a:t>①</a:t>
            </a:r>
            <a:r>
              <a:rPr>
                <a:solidFill>
                  <a:srgbClr val="AD2B26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接收用户输入目标文件名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rgbClr val="AD2B26"/>
                </a:solidFill>
                <a:sym typeface="+mn-ea"/>
              </a:rPr>
              <a:t>②</a:t>
            </a:r>
            <a:r>
              <a:rPr>
                <a:solidFill>
                  <a:srgbClr val="AD2B26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规划备份文件名</a:t>
            </a:r>
            <a:endParaRPr lang="zh-CN" altLang="en-US">
              <a:solidFill>
                <a:srgbClr val="AD2B26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rgbClr val="AD2B26"/>
                </a:solidFill>
                <a:sym typeface="+mn-ea"/>
              </a:rPr>
              <a:t>③</a:t>
            </a:r>
            <a:r>
              <a:rPr>
                <a:solidFill>
                  <a:srgbClr val="AD2B26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从原始文件读取数据写入到到备份文件中</a:t>
            </a:r>
            <a:endParaRPr lang="zh-CN" altLang="en-US">
              <a:solidFill>
                <a:srgbClr val="AD2B26"/>
              </a:solidFill>
              <a:sym typeface="+mn-ea"/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实战需求</a:t>
            </a:r>
            <a:endParaRPr lang="zh-CN" altLang="en-US" dirty="0"/>
          </a:p>
        </p:txBody>
      </p:sp>
      <p:pic>
        <p:nvPicPr>
          <p:cNvPr id="5" name="图片 4" descr="D:/新版课程资料/AI+数据分析研发/播仔最新素材库 - All update/播仔最新素材库 - All update/01 (15).png01 (15)"/>
          <p:cNvPicPr>
            <a:picLocks noChangeAspect="1"/>
          </p:cNvPicPr>
          <p:nvPr/>
        </p:nvPicPr>
        <p:blipFill>
          <a:blip r:embed="rId1"/>
          <a:srcRect t="30" b="30"/>
          <a:stretch>
            <a:fillRect/>
          </a:stretch>
        </p:blipFill>
        <p:spPr>
          <a:xfrm>
            <a:off x="11226165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71231" y="756218"/>
            <a:ext cx="5973761" cy="42564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文件操作概述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文件的基本操作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文件操作综合案例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  <a:sym typeface="+mn-ea"/>
              </a:rPr>
              <a:t>OS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模块实现文件操作</a:t>
            </a:r>
            <a:endParaRPr lang="zh-CN" altLang="en-US" dirty="0">
              <a:solidFill>
                <a:srgbClr val="C0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场景引入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假设你正在开发一个文件管理系统，需要对文件和文件夹进行各种操作，比如</a:t>
            </a:r>
            <a:r>
              <a:rPr lang="zh-CN" altLang="en-US">
                <a:solidFill>
                  <a:srgbClr val="C00000"/>
                </a:solidFill>
              </a:rPr>
              <a:t>创建</a:t>
            </a:r>
            <a:r>
              <a:rPr lang="zh-CN" altLang="en-US"/>
              <a:t>、</a:t>
            </a:r>
            <a:r>
              <a:rPr lang="zh-CN" altLang="en-US">
                <a:solidFill>
                  <a:srgbClr val="C00000"/>
                </a:solidFill>
              </a:rPr>
              <a:t>删除</a:t>
            </a:r>
            <a:r>
              <a:rPr lang="zh-CN" altLang="en-US"/>
              <a:t>、</a:t>
            </a:r>
            <a:r>
              <a:rPr lang="zh-CN" altLang="en-US">
                <a:solidFill>
                  <a:srgbClr val="C00000"/>
                </a:solidFill>
              </a:rPr>
              <a:t>重命名文件</a:t>
            </a:r>
            <a:r>
              <a:rPr lang="zh-CN" altLang="en-US"/>
              <a:t>和</a:t>
            </a:r>
            <a:r>
              <a:rPr lang="zh-CN" altLang="en-US">
                <a:solidFill>
                  <a:srgbClr val="C00000"/>
                </a:solidFill>
              </a:rPr>
              <a:t>目录</a:t>
            </a:r>
            <a:r>
              <a:rPr lang="zh-CN" altLang="en-US"/>
              <a:t>，或者</a:t>
            </a:r>
            <a:r>
              <a:rPr lang="zh-CN" altLang="en-US">
                <a:solidFill>
                  <a:srgbClr val="C00000"/>
                </a:solidFill>
              </a:rPr>
              <a:t>检查文件是否存在</a:t>
            </a:r>
            <a:r>
              <a:rPr lang="zh-CN" altLang="en-US"/>
              <a:t>。虽然 Python 本身提供了一些基础的文件操作函数，但如果我们要更深入地与操作系统进行交互，比如管理文件系统、执行系统命令等，</a:t>
            </a:r>
            <a:r>
              <a:rPr lang="zh-CN" altLang="en-US">
                <a:solidFill>
                  <a:srgbClr val="C00000"/>
                </a:solidFill>
              </a:rPr>
              <a:t>os 模块</a:t>
            </a:r>
            <a:r>
              <a:rPr lang="zh-CN" altLang="en-US"/>
              <a:t>是我们不可或缺的工具。</a:t>
            </a:r>
            <a:endParaRPr lang="zh-CN" altLang="en-US"/>
          </a:p>
        </p:txBody>
      </p:sp>
      <p:sp>
        <p:nvSpPr>
          <p:cNvPr id="18" name="任意多边形: 形状 17"/>
          <p:cNvSpPr/>
          <p:nvPr>
            <p:custDataLst>
              <p:tags r:id="rId1"/>
            </p:custDataLst>
          </p:nvPr>
        </p:nvSpPr>
        <p:spPr>
          <a:xfrm>
            <a:off x="5711214" y="3615055"/>
            <a:ext cx="2896028" cy="2048714"/>
          </a:xfrm>
          <a:custGeom>
            <a:avLst/>
            <a:gdLst>
              <a:gd name="connsiteX0" fmla="*/ 4776390 w 4954194"/>
              <a:gd name="connsiteY0" fmla="*/ 0 h 3519374"/>
              <a:gd name="connsiteX1" fmla="*/ 1275648 w 4954194"/>
              <a:gd name="connsiteY1" fmla="*/ 0 h 3519374"/>
              <a:gd name="connsiteX2" fmla="*/ 1130414 w 4954194"/>
              <a:gd name="connsiteY2" fmla="*/ 75212 h 3519374"/>
              <a:gd name="connsiteX3" fmla="*/ 12980 w 4954194"/>
              <a:gd name="connsiteY3" fmla="*/ 1657097 h 3519374"/>
              <a:gd name="connsiteX4" fmla="*/ 12971 w 4954194"/>
              <a:gd name="connsiteY4" fmla="*/ 1862264 h 3519374"/>
              <a:gd name="connsiteX5" fmla="*/ 1130405 w 4954194"/>
              <a:gd name="connsiteY5" fmla="*/ 3444150 h 3519374"/>
              <a:gd name="connsiteX6" fmla="*/ 1275627 w 4954194"/>
              <a:gd name="connsiteY6" fmla="*/ 3519374 h 3519374"/>
              <a:gd name="connsiteX7" fmla="*/ 4776369 w 4954194"/>
              <a:gd name="connsiteY7" fmla="*/ 3519374 h 3519374"/>
              <a:gd name="connsiteX8" fmla="*/ 4954194 w 4954194"/>
              <a:gd name="connsiteY8" fmla="*/ 3341570 h 3519374"/>
              <a:gd name="connsiteX9" fmla="*/ 4954194 w 4954194"/>
              <a:gd name="connsiteY9" fmla="*/ 177754 h 3519374"/>
              <a:gd name="connsiteX10" fmla="*/ 4776390 w 4954194"/>
              <a:gd name="connsiteY10" fmla="*/ 0 h 3519374"/>
              <a:gd name="connsiteX0-1" fmla="*/ 4776390 w 4954194"/>
              <a:gd name="connsiteY0-2" fmla="*/ 0 h 3519374"/>
              <a:gd name="connsiteX1-3" fmla="*/ 1275648 w 4954194"/>
              <a:gd name="connsiteY1-4" fmla="*/ 0 h 3519374"/>
              <a:gd name="connsiteX2-5" fmla="*/ 1130414 w 4954194"/>
              <a:gd name="connsiteY2-6" fmla="*/ 75212 h 3519374"/>
              <a:gd name="connsiteX3-7" fmla="*/ 12980 w 4954194"/>
              <a:gd name="connsiteY3-8" fmla="*/ 1657097 h 3519374"/>
              <a:gd name="connsiteX4-9" fmla="*/ 12971 w 4954194"/>
              <a:gd name="connsiteY4-10" fmla="*/ 1862264 h 3519374"/>
              <a:gd name="connsiteX5-11" fmla="*/ 1130405 w 4954194"/>
              <a:gd name="connsiteY5-12" fmla="*/ 3444150 h 3519374"/>
              <a:gd name="connsiteX6-13" fmla="*/ 1275627 w 4954194"/>
              <a:gd name="connsiteY6-14" fmla="*/ 3519374 h 3519374"/>
              <a:gd name="connsiteX7-15" fmla="*/ 4776369 w 4954194"/>
              <a:gd name="connsiteY7-16" fmla="*/ 3519374 h 3519374"/>
              <a:gd name="connsiteX8-17" fmla="*/ 4954194 w 4954194"/>
              <a:gd name="connsiteY8-18" fmla="*/ 3341570 h 3519374"/>
              <a:gd name="connsiteX9-19" fmla="*/ 4954194 w 4954194"/>
              <a:gd name="connsiteY9-20" fmla="*/ 177754 h 3519374"/>
              <a:gd name="connsiteX10-21" fmla="*/ 4776390 w 4954194"/>
              <a:gd name="connsiteY10-22" fmla="*/ 0 h 3519374"/>
              <a:gd name="connsiteX0-23" fmla="*/ 4776390 w 4954194"/>
              <a:gd name="connsiteY0-24" fmla="*/ 0 h 3519374"/>
              <a:gd name="connsiteX1-25" fmla="*/ 1275648 w 4954194"/>
              <a:gd name="connsiteY1-26" fmla="*/ 0 h 3519374"/>
              <a:gd name="connsiteX2-27" fmla="*/ 1130414 w 4954194"/>
              <a:gd name="connsiteY2-28" fmla="*/ 75212 h 3519374"/>
              <a:gd name="connsiteX3-29" fmla="*/ 12980 w 4954194"/>
              <a:gd name="connsiteY3-30" fmla="*/ 1657097 h 3519374"/>
              <a:gd name="connsiteX4-31" fmla="*/ 12971 w 4954194"/>
              <a:gd name="connsiteY4-32" fmla="*/ 1862264 h 3519374"/>
              <a:gd name="connsiteX5-33" fmla="*/ 1130405 w 4954194"/>
              <a:gd name="connsiteY5-34" fmla="*/ 3444150 h 3519374"/>
              <a:gd name="connsiteX6-35" fmla="*/ 1275627 w 4954194"/>
              <a:gd name="connsiteY6-36" fmla="*/ 3519374 h 3519374"/>
              <a:gd name="connsiteX7-37" fmla="*/ 4776369 w 4954194"/>
              <a:gd name="connsiteY7-38" fmla="*/ 3519374 h 3519374"/>
              <a:gd name="connsiteX8-39" fmla="*/ 4954194 w 4954194"/>
              <a:gd name="connsiteY8-40" fmla="*/ 3341570 h 3519374"/>
              <a:gd name="connsiteX9-41" fmla="*/ 4954194 w 4954194"/>
              <a:gd name="connsiteY9-42" fmla="*/ 177754 h 3519374"/>
              <a:gd name="connsiteX10-43" fmla="*/ 4776390 w 4954194"/>
              <a:gd name="connsiteY10-44" fmla="*/ 0 h 3519374"/>
              <a:gd name="connsiteX0-45" fmla="*/ 4776390 w 4954194"/>
              <a:gd name="connsiteY0-46" fmla="*/ 0 h 3519374"/>
              <a:gd name="connsiteX1-47" fmla="*/ 1275648 w 4954194"/>
              <a:gd name="connsiteY1-48" fmla="*/ 0 h 3519374"/>
              <a:gd name="connsiteX2-49" fmla="*/ 1130414 w 4954194"/>
              <a:gd name="connsiteY2-50" fmla="*/ 75212 h 3519374"/>
              <a:gd name="connsiteX3-51" fmla="*/ 12980 w 4954194"/>
              <a:gd name="connsiteY3-52" fmla="*/ 1657097 h 3519374"/>
              <a:gd name="connsiteX4-53" fmla="*/ 12971 w 4954194"/>
              <a:gd name="connsiteY4-54" fmla="*/ 1862264 h 3519374"/>
              <a:gd name="connsiteX5-55" fmla="*/ 1130405 w 4954194"/>
              <a:gd name="connsiteY5-56" fmla="*/ 3444150 h 3519374"/>
              <a:gd name="connsiteX6-57" fmla="*/ 1275627 w 4954194"/>
              <a:gd name="connsiteY6-58" fmla="*/ 3519374 h 3519374"/>
              <a:gd name="connsiteX7-59" fmla="*/ 4776369 w 4954194"/>
              <a:gd name="connsiteY7-60" fmla="*/ 3519374 h 3519374"/>
              <a:gd name="connsiteX8-61" fmla="*/ 4954194 w 4954194"/>
              <a:gd name="connsiteY8-62" fmla="*/ 3341570 h 3519374"/>
              <a:gd name="connsiteX9-63" fmla="*/ 4954194 w 4954194"/>
              <a:gd name="connsiteY9-64" fmla="*/ 177754 h 3519374"/>
              <a:gd name="connsiteX10-65" fmla="*/ 4776390 w 4954194"/>
              <a:gd name="connsiteY10-66" fmla="*/ 0 h 3519374"/>
              <a:gd name="connsiteX0-67" fmla="*/ 4776390 w 4954194"/>
              <a:gd name="connsiteY0-68" fmla="*/ 0 h 3519374"/>
              <a:gd name="connsiteX1-69" fmla="*/ 1275648 w 4954194"/>
              <a:gd name="connsiteY1-70" fmla="*/ 0 h 3519374"/>
              <a:gd name="connsiteX2-71" fmla="*/ 1130414 w 4954194"/>
              <a:gd name="connsiteY2-72" fmla="*/ 75212 h 3519374"/>
              <a:gd name="connsiteX3-73" fmla="*/ 12980 w 4954194"/>
              <a:gd name="connsiteY3-74" fmla="*/ 1657097 h 3519374"/>
              <a:gd name="connsiteX4-75" fmla="*/ 12971 w 4954194"/>
              <a:gd name="connsiteY4-76" fmla="*/ 1862264 h 3519374"/>
              <a:gd name="connsiteX5-77" fmla="*/ 1130405 w 4954194"/>
              <a:gd name="connsiteY5-78" fmla="*/ 3444150 h 3519374"/>
              <a:gd name="connsiteX6-79" fmla="*/ 1275627 w 4954194"/>
              <a:gd name="connsiteY6-80" fmla="*/ 3519374 h 3519374"/>
              <a:gd name="connsiteX7-81" fmla="*/ 4776369 w 4954194"/>
              <a:gd name="connsiteY7-82" fmla="*/ 3519374 h 3519374"/>
              <a:gd name="connsiteX8-83" fmla="*/ 4954194 w 4954194"/>
              <a:gd name="connsiteY8-84" fmla="*/ 3341570 h 3519374"/>
              <a:gd name="connsiteX9-85" fmla="*/ 4954194 w 4954194"/>
              <a:gd name="connsiteY9-86" fmla="*/ 177754 h 3519374"/>
              <a:gd name="connsiteX10-87" fmla="*/ 4776390 w 4954194"/>
              <a:gd name="connsiteY10-88" fmla="*/ 0 h 3519374"/>
              <a:gd name="connsiteX0-89" fmla="*/ 4776390 w 4954194"/>
              <a:gd name="connsiteY0-90" fmla="*/ 0 h 3519374"/>
              <a:gd name="connsiteX1-91" fmla="*/ 1275648 w 4954194"/>
              <a:gd name="connsiteY1-92" fmla="*/ 0 h 3519374"/>
              <a:gd name="connsiteX2-93" fmla="*/ 1130414 w 4954194"/>
              <a:gd name="connsiteY2-94" fmla="*/ 75212 h 3519374"/>
              <a:gd name="connsiteX3-95" fmla="*/ 12980 w 4954194"/>
              <a:gd name="connsiteY3-96" fmla="*/ 1657097 h 3519374"/>
              <a:gd name="connsiteX4-97" fmla="*/ 12971 w 4954194"/>
              <a:gd name="connsiteY4-98" fmla="*/ 1862264 h 3519374"/>
              <a:gd name="connsiteX5-99" fmla="*/ 1130405 w 4954194"/>
              <a:gd name="connsiteY5-100" fmla="*/ 3444150 h 3519374"/>
              <a:gd name="connsiteX6-101" fmla="*/ 1275627 w 4954194"/>
              <a:gd name="connsiteY6-102" fmla="*/ 3519374 h 3519374"/>
              <a:gd name="connsiteX7-103" fmla="*/ 4776369 w 4954194"/>
              <a:gd name="connsiteY7-104" fmla="*/ 3519374 h 3519374"/>
              <a:gd name="connsiteX8-105" fmla="*/ 4954194 w 4954194"/>
              <a:gd name="connsiteY8-106" fmla="*/ 3341570 h 3519374"/>
              <a:gd name="connsiteX9-107" fmla="*/ 4954194 w 4954194"/>
              <a:gd name="connsiteY9-108" fmla="*/ 177754 h 3519374"/>
              <a:gd name="connsiteX10-109" fmla="*/ 4776390 w 4954194"/>
              <a:gd name="connsiteY10-110" fmla="*/ 0 h 3519374"/>
              <a:gd name="connsiteX0-111" fmla="*/ 4776386 w 4954190"/>
              <a:gd name="connsiteY0-112" fmla="*/ 0 h 3519374"/>
              <a:gd name="connsiteX1-113" fmla="*/ 1275644 w 4954190"/>
              <a:gd name="connsiteY1-114" fmla="*/ 0 h 3519374"/>
              <a:gd name="connsiteX2-115" fmla="*/ 1130410 w 4954190"/>
              <a:gd name="connsiteY2-116" fmla="*/ 75212 h 3519374"/>
              <a:gd name="connsiteX3-117" fmla="*/ 12976 w 4954190"/>
              <a:gd name="connsiteY3-118" fmla="*/ 1657097 h 3519374"/>
              <a:gd name="connsiteX4-119" fmla="*/ 12967 w 4954190"/>
              <a:gd name="connsiteY4-120" fmla="*/ 1862264 h 3519374"/>
              <a:gd name="connsiteX5-121" fmla="*/ 1130401 w 4954190"/>
              <a:gd name="connsiteY5-122" fmla="*/ 3444150 h 3519374"/>
              <a:gd name="connsiteX6-123" fmla="*/ 1275623 w 4954190"/>
              <a:gd name="connsiteY6-124" fmla="*/ 3519374 h 3519374"/>
              <a:gd name="connsiteX7-125" fmla="*/ 4776365 w 4954190"/>
              <a:gd name="connsiteY7-126" fmla="*/ 3519374 h 3519374"/>
              <a:gd name="connsiteX8-127" fmla="*/ 4954190 w 4954190"/>
              <a:gd name="connsiteY8-128" fmla="*/ 3341570 h 3519374"/>
              <a:gd name="connsiteX9-129" fmla="*/ 4954190 w 4954190"/>
              <a:gd name="connsiteY9-130" fmla="*/ 177754 h 3519374"/>
              <a:gd name="connsiteX10-131" fmla="*/ 4776386 w 4954190"/>
              <a:gd name="connsiteY10-132" fmla="*/ 0 h 3519374"/>
              <a:gd name="connsiteX0-133" fmla="*/ 4797124 w 4974928"/>
              <a:gd name="connsiteY0-134" fmla="*/ 0 h 3519374"/>
              <a:gd name="connsiteX1-135" fmla="*/ 1296382 w 4974928"/>
              <a:gd name="connsiteY1-136" fmla="*/ 0 h 3519374"/>
              <a:gd name="connsiteX2-137" fmla="*/ 1151148 w 4974928"/>
              <a:gd name="connsiteY2-138" fmla="*/ 75212 h 3519374"/>
              <a:gd name="connsiteX3-139" fmla="*/ 33714 w 4974928"/>
              <a:gd name="connsiteY3-140" fmla="*/ 1657097 h 3519374"/>
              <a:gd name="connsiteX4-141" fmla="*/ 33705 w 4974928"/>
              <a:gd name="connsiteY4-142" fmla="*/ 1862264 h 3519374"/>
              <a:gd name="connsiteX5-143" fmla="*/ 1151139 w 4974928"/>
              <a:gd name="connsiteY5-144" fmla="*/ 3444150 h 3519374"/>
              <a:gd name="connsiteX6-145" fmla="*/ 1296361 w 4974928"/>
              <a:gd name="connsiteY6-146" fmla="*/ 3519374 h 3519374"/>
              <a:gd name="connsiteX7-147" fmla="*/ 4797103 w 4974928"/>
              <a:gd name="connsiteY7-148" fmla="*/ 3519374 h 3519374"/>
              <a:gd name="connsiteX8-149" fmla="*/ 4974928 w 4974928"/>
              <a:gd name="connsiteY8-150" fmla="*/ 3341570 h 3519374"/>
              <a:gd name="connsiteX9-151" fmla="*/ 4974928 w 4974928"/>
              <a:gd name="connsiteY9-152" fmla="*/ 177754 h 3519374"/>
              <a:gd name="connsiteX10-153" fmla="*/ 4797124 w 4974928"/>
              <a:gd name="connsiteY10-154" fmla="*/ 0 h 3519374"/>
              <a:gd name="connsiteX0-155" fmla="*/ 4797124 w 4974928"/>
              <a:gd name="connsiteY0-156" fmla="*/ 0 h 3519374"/>
              <a:gd name="connsiteX1-157" fmla="*/ 1296382 w 4974928"/>
              <a:gd name="connsiteY1-158" fmla="*/ 0 h 3519374"/>
              <a:gd name="connsiteX2-159" fmla="*/ 1151148 w 4974928"/>
              <a:gd name="connsiteY2-160" fmla="*/ 75212 h 3519374"/>
              <a:gd name="connsiteX3-161" fmla="*/ 33714 w 4974928"/>
              <a:gd name="connsiteY3-162" fmla="*/ 1657097 h 3519374"/>
              <a:gd name="connsiteX4-163" fmla="*/ 33705 w 4974928"/>
              <a:gd name="connsiteY4-164" fmla="*/ 1862264 h 3519374"/>
              <a:gd name="connsiteX5-165" fmla="*/ 1151139 w 4974928"/>
              <a:gd name="connsiteY5-166" fmla="*/ 3444150 h 3519374"/>
              <a:gd name="connsiteX6-167" fmla="*/ 1296361 w 4974928"/>
              <a:gd name="connsiteY6-168" fmla="*/ 3519374 h 3519374"/>
              <a:gd name="connsiteX7-169" fmla="*/ 4797103 w 4974928"/>
              <a:gd name="connsiteY7-170" fmla="*/ 3519374 h 3519374"/>
              <a:gd name="connsiteX8-171" fmla="*/ 4974928 w 4974928"/>
              <a:gd name="connsiteY8-172" fmla="*/ 3341570 h 3519374"/>
              <a:gd name="connsiteX9-173" fmla="*/ 4974928 w 4974928"/>
              <a:gd name="connsiteY9-174" fmla="*/ 177754 h 3519374"/>
              <a:gd name="connsiteX10-175" fmla="*/ 4797124 w 4974928"/>
              <a:gd name="connsiteY10-176" fmla="*/ 0 h 3519374"/>
              <a:gd name="connsiteX0-177" fmla="*/ 4797124 w 4974928"/>
              <a:gd name="connsiteY0-178" fmla="*/ 0 h 3519374"/>
              <a:gd name="connsiteX1-179" fmla="*/ 1296382 w 4974928"/>
              <a:gd name="connsiteY1-180" fmla="*/ 0 h 3519374"/>
              <a:gd name="connsiteX2-181" fmla="*/ 1151148 w 4974928"/>
              <a:gd name="connsiteY2-182" fmla="*/ 75212 h 3519374"/>
              <a:gd name="connsiteX3-183" fmla="*/ 33714 w 4974928"/>
              <a:gd name="connsiteY3-184" fmla="*/ 1657097 h 3519374"/>
              <a:gd name="connsiteX4-185" fmla="*/ 33705 w 4974928"/>
              <a:gd name="connsiteY4-186" fmla="*/ 1862264 h 3519374"/>
              <a:gd name="connsiteX5-187" fmla="*/ 1151139 w 4974928"/>
              <a:gd name="connsiteY5-188" fmla="*/ 3444150 h 3519374"/>
              <a:gd name="connsiteX6-189" fmla="*/ 1296361 w 4974928"/>
              <a:gd name="connsiteY6-190" fmla="*/ 3519374 h 3519374"/>
              <a:gd name="connsiteX7-191" fmla="*/ 4797103 w 4974928"/>
              <a:gd name="connsiteY7-192" fmla="*/ 3519374 h 3519374"/>
              <a:gd name="connsiteX8-193" fmla="*/ 4974928 w 4974928"/>
              <a:gd name="connsiteY8-194" fmla="*/ 3341570 h 3519374"/>
              <a:gd name="connsiteX9-195" fmla="*/ 4974928 w 4974928"/>
              <a:gd name="connsiteY9-196" fmla="*/ 177754 h 3519374"/>
              <a:gd name="connsiteX10-197" fmla="*/ 4797124 w 4974928"/>
              <a:gd name="connsiteY10-198" fmla="*/ 0 h 3519374"/>
              <a:gd name="connsiteX0-199" fmla="*/ 4797124 w 4974928"/>
              <a:gd name="connsiteY0-200" fmla="*/ 0 h 3519374"/>
              <a:gd name="connsiteX1-201" fmla="*/ 1296382 w 4974928"/>
              <a:gd name="connsiteY1-202" fmla="*/ 0 h 3519374"/>
              <a:gd name="connsiteX2-203" fmla="*/ 1151148 w 4974928"/>
              <a:gd name="connsiteY2-204" fmla="*/ 75212 h 3519374"/>
              <a:gd name="connsiteX3-205" fmla="*/ 33714 w 4974928"/>
              <a:gd name="connsiteY3-206" fmla="*/ 1657097 h 3519374"/>
              <a:gd name="connsiteX4-207" fmla="*/ 33705 w 4974928"/>
              <a:gd name="connsiteY4-208" fmla="*/ 1862264 h 3519374"/>
              <a:gd name="connsiteX5-209" fmla="*/ 1151139 w 4974928"/>
              <a:gd name="connsiteY5-210" fmla="*/ 3444150 h 3519374"/>
              <a:gd name="connsiteX6-211" fmla="*/ 1296361 w 4974928"/>
              <a:gd name="connsiteY6-212" fmla="*/ 3519374 h 3519374"/>
              <a:gd name="connsiteX7-213" fmla="*/ 4797103 w 4974928"/>
              <a:gd name="connsiteY7-214" fmla="*/ 3519374 h 3519374"/>
              <a:gd name="connsiteX8-215" fmla="*/ 4974928 w 4974928"/>
              <a:gd name="connsiteY8-216" fmla="*/ 3341570 h 3519374"/>
              <a:gd name="connsiteX9-217" fmla="*/ 4974928 w 4974928"/>
              <a:gd name="connsiteY9-218" fmla="*/ 177754 h 3519374"/>
              <a:gd name="connsiteX10-219" fmla="*/ 4797124 w 4974928"/>
              <a:gd name="connsiteY10-220" fmla="*/ 0 h 3519374"/>
              <a:gd name="connsiteX0-221" fmla="*/ 4797124 w 4974928"/>
              <a:gd name="connsiteY0-222" fmla="*/ 0 h 3519374"/>
              <a:gd name="connsiteX1-223" fmla="*/ 1296382 w 4974928"/>
              <a:gd name="connsiteY1-224" fmla="*/ 0 h 3519374"/>
              <a:gd name="connsiteX2-225" fmla="*/ 1151148 w 4974928"/>
              <a:gd name="connsiteY2-226" fmla="*/ 75212 h 3519374"/>
              <a:gd name="connsiteX3-227" fmla="*/ 33714 w 4974928"/>
              <a:gd name="connsiteY3-228" fmla="*/ 1657097 h 3519374"/>
              <a:gd name="connsiteX4-229" fmla="*/ 33705 w 4974928"/>
              <a:gd name="connsiteY4-230" fmla="*/ 1862264 h 3519374"/>
              <a:gd name="connsiteX5-231" fmla="*/ 1151139 w 4974928"/>
              <a:gd name="connsiteY5-232" fmla="*/ 3444150 h 3519374"/>
              <a:gd name="connsiteX6-233" fmla="*/ 1296361 w 4974928"/>
              <a:gd name="connsiteY6-234" fmla="*/ 3519374 h 3519374"/>
              <a:gd name="connsiteX7-235" fmla="*/ 4797103 w 4974928"/>
              <a:gd name="connsiteY7-236" fmla="*/ 3519374 h 3519374"/>
              <a:gd name="connsiteX8-237" fmla="*/ 4974928 w 4974928"/>
              <a:gd name="connsiteY8-238" fmla="*/ 3341570 h 3519374"/>
              <a:gd name="connsiteX9-239" fmla="*/ 4974928 w 4974928"/>
              <a:gd name="connsiteY9-240" fmla="*/ 177754 h 3519374"/>
              <a:gd name="connsiteX10-241" fmla="*/ 4797124 w 4974928"/>
              <a:gd name="connsiteY10-242" fmla="*/ 0 h 3519374"/>
              <a:gd name="connsiteX0-243" fmla="*/ 4797124 w 4974928"/>
              <a:gd name="connsiteY0-244" fmla="*/ 0 h 3519374"/>
              <a:gd name="connsiteX1-245" fmla="*/ 1296382 w 4974928"/>
              <a:gd name="connsiteY1-246" fmla="*/ 0 h 3519374"/>
              <a:gd name="connsiteX2-247" fmla="*/ 1151148 w 4974928"/>
              <a:gd name="connsiteY2-248" fmla="*/ 75212 h 3519374"/>
              <a:gd name="connsiteX3-249" fmla="*/ 33714 w 4974928"/>
              <a:gd name="connsiteY3-250" fmla="*/ 1657097 h 3519374"/>
              <a:gd name="connsiteX4-251" fmla="*/ 33705 w 4974928"/>
              <a:gd name="connsiteY4-252" fmla="*/ 1862264 h 3519374"/>
              <a:gd name="connsiteX5-253" fmla="*/ 1151139 w 4974928"/>
              <a:gd name="connsiteY5-254" fmla="*/ 3444150 h 3519374"/>
              <a:gd name="connsiteX6-255" fmla="*/ 1296361 w 4974928"/>
              <a:gd name="connsiteY6-256" fmla="*/ 3519374 h 3519374"/>
              <a:gd name="connsiteX7-257" fmla="*/ 4797103 w 4974928"/>
              <a:gd name="connsiteY7-258" fmla="*/ 3519374 h 3519374"/>
              <a:gd name="connsiteX8-259" fmla="*/ 4974928 w 4974928"/>
              <a:gd name="connsiteY8-260" fmla="*/ 3341570 h 3519374"/>
              <a:gd name="connsiteX9-261" fmla="*/ 4974928 w 4974928"/>
              <a:gd name="connsiteY9-262" fmla="*/ 177754 h 3519374"/>
              <a:gd name="connsiteX10-263" fmla="*/ 4797124 w 4974928"/>
              <a:gd name="connsiteY10-264" fmla="*/ 0 h 3519374"/>
              <a:gd name="connsiteX0-265" fmla="*/ 4797124 w 4974928"/>
              <a:gd name="connsiteY0-266" fmla="*/ 0 h 3519374"/>
              <a:gd name="connsiteX1-267" fmla="*/ 1296382 w 4974928"/>
              <a:gd name="connsiteY1-268" fmla="*/ 0 h 3519374"/>
              <a:gd name="connsiteX2-269" fmla="*/ 1151148 w 4974928"/>
              <a:gd name="connsiteY2-270" fmla="*/ 75212 h 3519374"/>
              <a:gd name="connsiteX3-271" fmla="*/ 33714 w 4974928"/>
              <a:gd name="connsiteY3-272" fmla="*/ 1657097 h 3519374"/>
              <a:gd name="connsiteX4-273" fmla="*/ 33705 w 4974928"/>
              <a:gd name="connsiteY4-274" fmla="*/ 1862264 h 3519374"/>
              <a:gd name="connsiteX5-275" fmla="*/ 1151139 w 4974928"/>
              <a:gd name="connsiteY5-276" fmla="*/ 3444150 h 3519374"/>
              <a:gd name="connsiteX6-277" fmla="*/ 1296361 w 4974928"/>
              <a:gd name="connsiteY6-278" fmla="*/ 3519374 h 3519374"/>
              <a:gd name="connsiteX7-279" fmla="*/ 4797103 w 4974928"/>
              <a:gd name="connsiteY7-280" fmla="*/ 3519374 h 3519374"/>
              <a:gd name="connsiteX8-281" fmla="*/ 4974928 w 4974928"/>
              <a:gd name="connsiteY8-282" fmla="*/ 3341570 h 3519374"/>
              <a:gd name="connsiteX9-283" fmla="*/ 4974928 w 4974928"/>
              <a:gd name="connsiteY9-284" fmla="*/ 177754 h 3519374"/>
              <a:gd name="connsiteX10-285" fmla="*/ 4797124 w 4974928"/>
              <a:gd name="connsiteY10-286" fmla="*/ 0 h 3519374"/>
              <a:gd name="connsiteX0-287" fmla="*/ 4797124 w 4974928"/>
              <a:gd name="connsiteY0-288" fmla="*/ 0 h 3519374"/>
              <a:gd name="connsiteX1-289" fmla="*/ 1296382 w 4974928"/>
              <a:gd name="connsiteY1-290" fmla="*/ 0 h 3519374"/>
              <a:gd name="connsiteX2-291" fmla="*/ 1151148 w 4974928"/>
              <a:gd name="connsiteY2-292" fmla="*/ 75212 h 3519374"/>
              <a:gd name="connsiteX3-293" fmla="*/ 33714 w 4974928"/>
              <a:gd name="connsiteY3-294" fmla="*/ 1657097 h 3519374"/>
              <a:gd name="connsiteX4-295" fmla="*/ 33705 w 4974928"/>
              <a:gd name="connsiteY4-296" fmla="*/ 1862264 h 3519374"/>
              <a:gd name="connsiteX5-297" fmla="*/ 1151139 w 4974928"/>
              <a:gd name="connsiteY5-298" fmla="*/ 3444150 h 3519374"/>
              <a:gd name="connsiteX6-299" fmla="*/ 1296361 w 4974928"/>
              <a:gd name="connsiteY6-300" fmla="*/ 3519374 h 3519374"/>
              <a:gd name="connsiteX7-301" fmla="*/ 4797103 w 4974928"/>
              <a:gd name="connsiteY7-302" fmla="*/ 3519374 h 3519374"/>
              <a:gd name="connsiteX8-303" fmla="*/ 4974928 w 4974928"/>
              <a:gd name="connsiteY8-304" fmla="*/ 3341570 h 3519374"/>
              <a:gd name="connsiteX9-305" fmla="*/ 4974928 w 4974928"/>
              <a:gd name="connsiteY9-306" fmla="*/ 177754 h 3519374"/>
              <a:gd name="connsiteX10-307" fmla="*/ 4797124 w 4974928"/>
              <a:gd name="connsiteY10-308" fmla="*/ 0 h 3519374"/>
              <a:gd name="connsiteX0-309" fmla="*/ 4797124 w 4974928"/>
              <a:gd name="connsiteY0-310" fmla="*/ 0 h 3519374"/>
              <a:gd name="connsiteX1-311" fmla="*/ 1296382 w 4974928"/>
              <a:gd name="connsiteY1-312" fmla="*/ 0 h 3519374"/>
              <a:gd name="connsiteX2-313" fmla="*/ 1151148 w 4974928"/>
              <a:gd name="connsiteY2-314" fmla="*/ 75212 h 3519374"/>
              <a:gd name="connsiteX3-315" fmla="*/ 33714 w 4974928"/>
              <a:gd name="connsiteY3-316" fmla="*/ 1657097 h 3519374"/>
              <a:gd name="connsiteX4-317" fmla="*/ 33705 w 4974928"/>
              <a:gd name="connsiteY4-318" fmla="*/ 1862264 h 3519374"/>
              <a:gd name="connsiteX5-319" fmla="*/ 1151139 w 4974928"/>
              <a:gd name="connsiteY5-320" fmla="*/ 3444150 h 3519374"/>
              <a:gd name="connsiteX6-321" fmla="*/ 1296361 w 4974928"/>
              <a:gd name="connsiteY6-322" fmla="*/ 3519374 h 3519374"/>
              <a:gd name="connsiteX7-323" fmla="*/ 4797103 w 4974928"/>
              <a:gd name="connsiteY7-324" fmla="*/ 3519374 h 3519374"/>
              <a:gd name="connsiteX8-325" fmla="*/ 4974928 w 4974928"/>
              <a:gd name="connsiteY8-326" fmla="*/ 3341570 h 3519374"/>
              <a:gd name="connsiteX9-327" fmla="*/ 4974928 w 4974928"/>
              <a:gd name="connsiteY9-328" fmla="*/ 177754 h 3519374"/>
              <a:gd name="connsiteX10-329" fmla="*/ 4797124 w 4974928"/>
              <a:gd name="connsiteY10-330" fmla="*/ 0 h 3519374"/>
              <a:gd name="connsiteX0-331" fmla="*/ 4797124 w 4974928"/>
              <a:gd name="connsiteY0-332" fmla="*/ 0 h 3519374"/>
              <a:gd name="connsiteX1-333" fmla="*/ 1296382 w 4974928"/>
              <a:gd name="connsiteY1-334" fmla="*/ 0 h 3519374"/>
              <a:gd name="connsiteX2-335" fmla="*/ 1151148 w 4974928"/>
              <a:gd name="connsiteY2-336" fmla="*/ 75212 h 3519374"/>
              <a:gd name="connsiteX3-337" fmla="*/ 33714 w 4974928"/>
              <a:gd name="connsiteY3-338" fmla="*/ 1657097 h 3519374"/>
              <a:gd name="connsiteX4-339" fmla="*/ 33705 w 4974928"/>
              <a:gd name="connsiteY4-340" fmla="*/ 1862264 h 3519374"/>
              <a:gd name="connsiteX5-341" fmla="*/ 1151139 w 4974928"/>
              <a:gd name="connsiteY5-342" fmla="*/ 3444150 h 3519374"/>
              <a:gd name="connsiteX6-343" fmla="*/ 1296361 w 4974928"/>
              <a:gd name="connsiteY6-344" fmla="*/ 3519374 h 3519374"/>
              <a:gd name="connsiteX7-345" fmla="*/ 4797103 w 4974928"/>
              <a:gd name="connsiteY7-346" fmla="*/ 3519374 h 3519374"/>
              <a:gd name="connsiteX8-347" fmla="*/ 4974928 w 4974928"/>
              <a:gd name="connsiteY8-348" fmla="*/ 3341570 h 3519374"/>
              <a:gd name="connsiteX9-349" fmla="*/ 4974928 w 4974928"/>
              <a:gd name="connsiteY9-350" fmla="*/ 177754 h 3519374"/>
              <a:gd name="connsiteX10-351" fmla="*/ 4797124 w 4974928"/>
              <a:gd name="connsiteY10-352" fmla="*/ 0 h 3519374"/>
              <a:gd name="connsiteX0-353" fmla="*/ 4797124 w 4974928"/>
              <a:gd name="connsiteY0-354" fmla="*/ 0 h 3519374"/>
              <a:gd name="connsiteX1-355" fmla="*/ 1296382 w 4974928"/>
              <a:gd name="connsiteY1-356" fmla="*/ 0 h 3519374"/>
              <a:gd name="connsiteX2-357" fmla="*/ 1151148 w 4974928"/>
              <a:gd name="connsiteY2-358" fmla="*/ 75212 h 3519374"/>
              <a:gd name="connsiteX3-359" fmla="*/ 33714 w 4974928"/>
              <a:gd name="connsiteY3-360" fmla="*/ 1657097 h 3519374"/>
              <a:gd name="connsiteX4-361" fmla="*/ 33705 w 4974928"/>
              <a:gd name="connsiteY4-362" fmla="*/ 1862264 h 3519374"/>
              <a:gd name="connsiteX5-363" fmla="*/ 1151139 w 4974928"/>
              <a:gd name="connsiteY5-364" fmla="*/ 3444150 h 3519374"/>
              <a:gd name="connsiteX6-365" fmla="*/ 1296361 w 4974928"/>
              <a:gd name="connsiteY6-366" fmla="*/ 3519374 h 3519374"/>
              <a:gd name="connsiteX7-367" fmla="*/ 4797103 w 4974928"/>
              <a:gd name="connsiteY7-368" fmla="*/ 3519374 h 3519374"/>
              <a:gd name="connsiteX8-369" fmla="*/ 4974928 w 4974928"/>
              <a:gd name="connsiteY8-370" fmla="*/ 3341570 h 3519374"/>
              <a:gd name="connsiteX9-371" fmla="*/ 4974928 w 4974928"/>
              <a:gd name="connsiteY9-372" fmla="*/ 177754 h 3519374"/>
              <a:gd name="connsiteX10-373" fmla="*/ 4797124 w 4974928"/>
              <a:gd name="connsiteY10-374" fmla="*/ 0 h 3519374"/>
              <a:gd name="connsiteX0-375" fmla="*/ 4797124 w 4974928"/>
              <a:gd name="connsiteY0-376" fmla="*/ 0 h 3519374"/>
              <a:gd name="connsiteX1-377" fmla="*/ 1296382 w 4974928"/>
              <a:gd name="connsiteY1-378" fmla="*/ 0 h 3519374"/>
              <a:gd name="connsiteX2-379" fmla="*/ 1151148 w 4974928"/>
              <a:gd name="connsiteY2-380" fmla="*/ 75212 h 3519374"/>
              <a:gd name="connsiteX3-381" fmla="*/ 33714 w 4974928"/>
              <a:gd name="connsiteY3-382" fmla="*/ 1657097 h 3519374"/>
              <a:gd name="connsiteX4-383" fmla="*/ 33705 w 4974928"/>
              <a:gd name="connsiteY4-384" fmla="*/ 1862264 h 3519374"/>
              <a:gd name="connsiteX5-385" fmla="*/ 1151139 w 4974928"/>
              <a:gd name="connsiteY5-386" fmla="*/ 3444150 h 3519374"/>
              <a:gd name="connsiteX6-387" fmla="*/ 1296361 w 4974928"/>
              <a:gd name="connsiteY6-388" fmla="*/ 3519374 h 3519374"/>
              <a:gd name="connsiteX7-389" fmla="*/ 4797103 w 4974928"/>
              <a:gd name="connsiteY7-390" fmla="*/ 3519374 h 3519374"/>
              <a:gd name="connsiteX8-391" fmla="*/ 4974928 w 4974928"/>
              <a:gd name="connsiteY8-392" fmla="*/ 3341570 h 3519374"/>
              <a:gd name="connsiteX9-393" fmla="*/ 4974928 w 4974928"/>
              <a:gd name="connsiteY9-394" fmla="*/ 177754 h 3519374"/>
              <a:gd name="connsiteX10-395" fmla="*/ 4797124 w 4974928"/>
              <a:gd name="connsiteY10-396" fmla="*/ 0 h 35193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4974928" h="3519374">
                <a:moveTo>
                  <a:pt x="4797124" y="0"/>
                </a:moveTo>
                <a:cubicBezTo>
                  <a:pt x="4692969" y="0"/>
                  <a:pt x="1355294" y="0"/>
                  <a:pt x="1296382" y="0"/>
                </a:cubicBezTo>
                <a:cubicBezTo>
                  <a:pt x="1237470" y="0"/>
                  <a:pt x="1185138" y="27094"/>
                  <a:pt x="1151148" y="75212"/>
                </a:cubicBezTo>
                <a:cubicBezTo>
                  <a:pt x="1117158" y="123329"/>
                  <a:pt x="78660" y="1593470"/>
                  <a:pt x="33714" y="1657097"/>
                </a:cubicBezTo>
                <a:cubicBezTo>
                  <a:pt x="-11232" y="1720725"/>
                  <a:pt x="-11241" y="1798637"/>
                  <a:pt x="33705" y="1862264"/>
                </a:cubicBezTo>
                <a:cubicBezTo>
                  <a:pt x="78651" y="1925892"/>
                  <a:pt x="1117149" y="3396033"/>
                  <a:pt x="1151139" y="3444150"/>
                </a:cubicBezTo>
                <a:cubicBezTo>
                  <a:pt x="1185129" y="3492267"/>
                  <a:pt x="1237449" y="3519374"/>
                  <a:pt x="1296361" y="3519374"/>
                </a:cubicBezTo>
                <a:cubicBezTo>
                  <a:pt x="1355273" y="3519374"/>
                  <a:pt x="4692948" y="3519374"/>
                  <a:pt x="4797103" y="3519374"/>
                </a:cubicBezTo>
                <a:cubicBezTo>
                  <a:pt x="4901257" y="3519374"/>
                  <a:pt x="4974928" y="3445725"/>
                  <a:pt x="4974928" y="3341570"/>
                </a:cubicBezTo>
                <a:cubicBezTo>
                  <a:pt x="4974928" y="3237416"/>
                  <a:pt x="4974928" y="281908"/>
                  <a:pt x="4974928" y="177754"/>
                </a:cubicBezTo>
                <a:cubicBezTo>
                  <a:pt x="4974928" y="73599"/>
                  <a:pt x="4901279" y="0"/>
                  <a:pt x="4797124" y="0"/>
                </a:cubicBezTo>
                <a:close/>
              </a:path>
            </a:pathLst>
          </a:custGeom>
          <a:gradFill>
            <a:gsLst>
              <a:gs pos="70000">
                <a:schemeClr val="accent2">
                  <a:lumMod val="60000"/>
                  <a:lumOff val="40000"/>
                  <a:alpha val="0"/>
                </a:schemeClr>
              </a:gs>
              <a:gs pos="0">
                <a:schemeClr val="accent2">
                  <a:lumMod val="60000"/>
                  <a:lumOff val="40000"/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68000" tIns="45720" rIns="0" bIns="45720" numCol="1" spcCol="0" rtlCol="0" fromWordArt="0" anchor="ctr" anchorCtr="0" forceAA="0" compatLnSpc="1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文件夹操作</a:t>
            </a:r>
            <a:endParaRPr lang="zh-CN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1" name="任意多边形: 形状 20"/>
          <p:cNvSpPr/>
          <p:nvPr>
            <p:custDataLst>
              <p:tags r:id="rId2"/>
            </p:custDataLst>
          </p:nvPr>
        </p:nvSpPr>
        <p:spPr>
          <a:xfrm>
            <a:off x="2434643" y="3615055"/>
            <a:ext cx="2896028" cy="2048714"/>
          </a:xfrm>
          <a:custGeom>
            <a:avLst/>
            <a:gdLst>
              <a:gd name="connsiteX0" fmla="*/ 177804 w 4954193"/>
              <a:gd name="connsiteY0" fmla="*/ 0 h 3519374"/>
              <a:gd name="connsiteX1" fmla="*/ 3678546 w 4954193"/>
              <a:gd name="connsiteY1" fmla="*/ 0 h 3519374"/>
              <a:gd name="connsiteX2" fmla="*/ 3823780 w 4954193"/>
              <a:gd name="connsiteY2" fmla="*/ 75212 h 3519374"/>
              <a:gd name="connsiteX3" fmla="*/ 4941214 w 4954193"/>
              <a:gd name="connsiteY3" fmla="*/ 1657097 h 3519374"/>
              <a:gd name="connsiteX4" fmla="*/ 4941223 w 4954193"/>
              <a:gd name="connsiteY4" fmla="*/ 1862264 h 3519374"/>
              <a:gd name="connsiteX5" fmla="*/ 3823789 w 4954193"/>
              <a:gd name="connsiteY5" fmla="*/ 3444150 h 3519374"/>
              <a:gd name="connsiteX6" fmla="*/ 3678567 w 4954193"/>
              <a:gd name="connsiteY6" fmla="*/ 3519374 h 3519374"/>
              <a:gd name="connsiteX7" fmla="*/ 177825 w 4954193"/>
              <a:gd name="connsiteY7" fmla="*/ 3519374 h 3519374"/>
              <a:gd name="connsiteX8" fmla="*/ 0 w 4954193"/>
              <a:gd name="connsiteY8" fmla="*/ 3341570 h 3519374"/>
              <a:gd name="connsiteX9" fmla="*/ 0 w 4954193"/>
              <a:gd name="connsiteY9" fmla="*/ 177754 h 3519374"/>
              <a:gd name="connsiteX10" fmla="*/ 177804 w 4954193"/>
              <a:gd name="connsiteY10" fmla="*/ 0 h 3519374"/>
              <a:gd name="connsiteX0-1" fmla="*/ 177804 w 4954193"/>
              <a:gd name="connsiteY0-2" fmla="*/ 0 h 3519374"/>
              <a:gd name="connsiteX1-3" fmla="*/ 3678546 w 4954193"/>
              <a:gd name="connsiteY1-4" fmla="*/ 0 h 3519374"/>
              <a:gd name="connsiteX2-5" fmla="*/ 3823780 w 4954193"/>
              <a:gd name="connsiteY2-6" fmla="*/ 75212 h 3519374"/>
              <a:gd name="connsiteX3-7" fmla="*/ 4941214 w 4954193"/>
              <a:gd name="connsiteY3-8" fmla="*/ 1657097 h 3519374"/>
              <a:gd name="connsiteX4-9" fmla="*/ 4941223 w 4954193"/>
              <a:gd name="connsiteY4-10" fmla="*/ 1862264 h 3519374"/>
              <a:gd name="connsiteX5-11" fmla="*/ 3823789 w 4954193"/>
              <a:gd name="connsiteY5-12" fmla="*/ 3444150 h 3519374"/>
              <a:gd name="connsiteX6-13" fmla="*/ 3678567 w 4954193"/>
              <a:gd name="connsiteY6-14" fmla="*/ 3519374 h 3519374"/>
              <a:gd name="connsiteX7-15" fmla="*/ 177825 w 4954193"/>
              <a:gd name="connsiteY7-16" fmla="*/ 3519374 h 3519374"/>
              <a:gd name="connsiteX8-17" fmla="*/ 0 w 4954193"/>
              <a:gd name="connsiteY8-18" fmla="*/ 3341570 h 3519374"/>
              <a:gd name="connsiteX9-19" fmla="*/ 0 w 4954193"/>
              <a:gd name="connsiteY9-20" fmla="*/ 177754 h 3519374"/>
              <a:gd name="connsiteX10-21" fmla="*/ 177804 w 4954193"/>
              <a:gd name="connsiteY10-22" fmla="*/ 0 h 3519374"/>
              <a:gd name="connsiteX0-23" fmla="*/ 177804 w 4954193"/>
              <a:gd name="connsiteY0-24" fmla="*/ 0 h 3519374"/>
              <a:gd name="connsiteX1-25" fmla="*/ 3678546 w 4954193"/>
              <a:gd name="connsiteY1-26" fmla="*/ 0 h 3519374"/>
              <a:gd name="connsiteX2-27" fmla="*/ 3823780 w 4954193"/>
              <a:gd name="connsiteY2-28" fmla="*/ 75212 h 3519374"/>
              <a:gd name="connsiteX3-29" fmla="*/ 4941214 w 4954193"/>
              <a:gd name="connsiteY3-30" fmla="*/ 1657097 h 3519374"/>
              <a:gd name="connsiteX4-31" fmla="*/ 4941223 w 4954193"/>
              <a:gd name="connsiteY4-32" fmla="*/ 1862264 h 3519374"/>
              <a:gd name="connsiteX5-33" fmla="*/ 3823789 w 4954193"/>
              <a:gd name="connsiteY5-34" fmla="*/ 3444150 h 3519374"/>
              <a:gd name="connsiteX6-35" fmla="*/ 3678567 w 4954193"/>
              <a:gd name="connsiteY6-36" fmla="*/ 3519374 h 3519374"/>
              <a:gd name="connsiteX7-37" fmla="*/ 177825 w 4954193"/>
              <a:gd name="connsiteY7-38" fmla="*/ 3519374 h 3519374"/>
              <a:gd name="connsiteX8-39" fmla="*/ 0 w 4954193"/>
              <a:gd name="connsiteY8-40" fmla="*/ 3341570 h 3519374"/>
              <a:gd name="connsiteX9-41" fmla="*/ 0 w 4954193"/>
              <a:gd name="connsiteY9-42" fmla="*/ 177754 h 3519374"/>
              <a:gd name="connsiteX10-43" fmla="*/ 177804 w 4954193"/>
              <a:gd name="connsiteY10-44" fmla="*/ 0 h 3519374"/>
              <a:gd name="connsiteX0-45" fmla="*/ 177804 w 4954193"/>
              <a:gd name="connsiteY0-46" fmla="*/ 0 h 3519374"/>
              <a:gd name="connsiteX1-47" fmla="*/ 3678546 w 4954193"/>
              <a:gd name="connsiteY1-48" fmla="*/ 0 h 3519374"/>
              <a:gd name="connsiteX2-49" fmla="*/ 3823780 w 4954193"/>
              <a:gd name="connsiteY2-50" fmla="*/ 75212 h 3519374"/>
              <a:gd name="connsiteX3-51" fmla="*/ 4941214 w 4954193"/>
              <a:gd name="connsiteY3-52" fmla="*/ 1657097 h 3519374"/>
              <a:gd name="connsiteX4-53" fmla="*/ 4941223 w 4954193"/>
              <a:gd name="connsiteY4-54" fmla="*/ 1862264 h 3519374"/>
              <a:gd name="connsiteX5-55" fmla="*/ 3823789 w 4954193"/>
              <a:gd name="connsiteY5-56" fmla="*/ 3444150 h 3519374"/>
              <a:gd name="connsiteX6-57" fmla="*/ 3678567 w 4954193"/>
              <a:gd name="connsiteY6-58" fmla="*/ 3519374 h 3519374"/>
              <a:gd name="connsiteX7-59" fmla="*/ 177825 w 4954193"/>
              <a:gd name="connsiteY7-60" fmla="*/ 3519374 h 3519374"/>
              <a:gd name="connsiteX8-61" fmla="*/ 0 w 4954193"/>
              <a:gd name="connsiteY8-62" fmla="*/ 3341570 h 3519374"/>
              <a:gd name="connsiteX9-63" fmla="*/ 0 w 4954193"/>
              <a:gd name="connsiteY9-64" fmla="*/ 177754 h 3519374"/>
              <a:gd name="connsiteX10-65" fmla="*/ 177804 w 4954193"/>
              <a:gd name="connsiteY10-66" fmla="*/ 0 h 3519374"/>
              <a:gd name="connsiteX0-67" fmla="*/ 177804 w 4954193"/>
              <a:gd name="connsiteY0-68" fmla="*/ 0 h 3519374"/>
              <a:gd name="connsiteX1-69" fmla="*/ 3678546 w 4954193"/>
              <a:gd name="connsiteY1-70" fmla="*/ 0 h 3519374"/>
              <a:gd name="connsiteX2-71" fmla="*/ 3823780 w 4954193"/>
              <a:gd name="connsiteY2-72" fmla="*/ 75212 h 3519374"/>
              <a:gd name="connsiteX3-73" fmla="*/ 4941214 w 4954193"/>
              <a:gd name="connsiteY3-74" fmla="*/ 1657097 h 3519374"/>
              <a:gd name="connsiteX4-75" fmla="*/ 4941223 w 4954193"/>
              <a:gd name="connsiteY4-76" fmla="*/ 1862264 h 3519374"/>
              <a:gd name="connsiteX5-77" fmla="*/ 3823789 w 4954193"/>
              <a:gd name="connsiteY5-78" fmla="*/ 3444150 h 3519374"/>
              <a:gd name="connsiteX6-79" fmla="*/ 3678567 w 4954193"/>
              <a:gd name="connsiteY6-80" fmla="*/ 3519374 h 3519374"/>
              <a:gd name="connsiteX7-81" fmla="*/ 177825 w 4954193"/>
              <a:gd name="connsiteY7-82" fmla="*/ 3519374 h 3519374"/>
              <a:gd name="connsiteX8-83" fmla="*/ 0 w 4954193"/>
              <a:gd name="connsiteY8-84" fmla="*/ 3341570 h 3519374"/>
              <a:gd name="connsiteX9-85" fmla="*/ 0 w 4954193"/>
              <a:gd name="connsiteY9-86" fmla="*/ 177754 h 3519374"/>
              <a:gd name="connsiteX10-87" fmla="*/ 177804 w 4954193"/>
              <a:gd name="connsiteY10-88" fmla="*/ 0 h 3519374"/>
              <a:gd name="connsiteX0-89" fmla="*/ 177804 w 4954193"/>
              <a:gd name="connsiteY0-90" fmla="*/ 0 h 3519374"/>
              <a:gd name="connsiteX1-91" fmla="*/ 3678546 w 4954193"/>
              <a:gd name="connsiteY1-92" fmla="*/ 0 h 3519374"/>
              <a:gd name="connsiteX2-93" fmla="*/ 3823780 w 4954193"/>
              <a:gd name="connsiteY2-94" fmla="*/ 75212 h 3519374"/>
              <a:gd name="connsiteX3-95" fmla="*/ 4941214 w 4954193"/>
              <a:gd name="connsiteY3-96" fmla="*/ 1657097 h 3519374"/>
              <a:gd name="connsiteX4-97" fmla="*/ 4941223 w 4954193"/>
              <a:gd name="connsiteY4-98" fmla="*/ 1862264 h 3519374"/>
              <a:gd name="connsiteX5-99" fmla="*/ 3823789 w 4954193"/>
              <a:gd name="connsiteY5-100" fmla="*/ 3444150 h 3519374"/>
              <a:gd name="connsiteX6-101" fmla="*/ 3678567 w 4954193"/>
              <a:gd name="connsiteY6-102" fmla="*/ 3519374 h 3519374"/>
              <a:gd name="connsiteX7-103" fmla="*/ 177825 w 4954193"/>
              <a:gd name="connsiteY7-104" fmla="*/ 3519374 h 3519374"/>
              <a:gd name="connsiteX8-105" fmla="*/ 0 w 4954193"/>
              <a:gd name="connsiteY8-106" fmla="*/ 3341570 h 3519374"/>
              <a:gd name="connsiteX9-107" fmla="*/ 0 w 4954193"/>
              <a:gd name="connsiteY9-108" fmla="*/ 177754 h 3519374"/>
              <a:gd name="connsiteX10-109" fmla="*/ 177804 w 4954193"/>
              <a:gd name="connsiteY10-110" fmla="*/ 0 h 3519374"/>
              <a:gd name="connsiteX0-111" fmla="*/ 177804 w 4954190"/>
              <a:gd name="connsiteY0-112" fmla="*/ 0 h 3519374"/>
              <a:gd name="connsiteX1-113" fmla="*/ 3678546 w 4954190"/>
              <a:gd name="connsiteY1-114" fmla="*/ 0 h 3519374"/>
              <a:gd name="connsiteX2-115" fmla="*/ 3823780 w 4954190"/>
              <a:gd name="connsiteY2-116" fmla="*/ 75212 h 3519374"/>
              <a:gd name="connsiteX3-117" fmla="*/ 4941214 w 4954190"/>
              <a:gd name="connsiteY3-118" fmla="*/ 1657097 h 3519374"/>
              <a:gd name="connsiteX4-119" fmla="*/ 4941223 w 4954190"/>
              <a:gd name="connsiteY4-120" fmla="*/ 1862264 h 3519374"/>
              <a:gd name="connsiteX5-121" fmla="*/ 3823789 w 4954190"/>
              <a:gd name="connsiteY5-122" fmla="*/ 3444150 h 3519374"/>
              <a:gd name="connsiteX6-123" fmla="*/ 3678567 w 4954190"/>
              <a:gd name="connsiteY6-124" fmla="*/ 3519374 h 3519374"/>
              <a:gd name="connsiteX7-125" fmla="*/ 177825 w 4954190"/>
              <a:gd name="connsiteY7-126" fmla="*/ 3519374 h 3519374"/>
              <a:gd name="connsiteX8-127" fmla="*/ 0 w 4954190"/>
              <a:gd name="connsiteY8-128" fmla="*/ 3341570 h 3519374"/>
              <a:gd name="connsiteX9-129" fmla="*/ 0 w 4954190"/>
              <a:gd name="connsiteY9-130" fmla="*/ 177754 h 3519374"/>
              <a:gd name="connsiteX10-131" fmla="*/ 177804 w 4954190"/>
              <a:gd name="connsiteY10-132" fmla="*/ 0 h 3519374"/>
              <a:gd name="connsiteX0-133" fmla="*/ 177804 w 4974928"/>
              <a:gd name="connsiteY0-134" fmla="*/ 0 h 3519374"/>
              <a:gd name="connsiteX1-135" fmla="*/ 3678546 w 4974928"/>
              <a:gd name="connsiteY1-136" fmla="*/ 0 h 3519374"/>
              <a:gd name="connsiteX2-137" fmla="*/ 3823780 w 4974928"/>
              <a:gd name="connsiteY2-138" fmla="*/ 75212 h 3519374"/>
              <a:gd name="connsiteX3-139" fmla="*/ 4941214 w 4974928"/>
              <a:gd name="connsiteY3-140" fmla="*/ 1657097 h 3519374"/>
              <a:gd name="connsiteX4-141" fmla="*/ 4941223 w 4974928"/>
              <a:gd name="connsiteY4-142" fmla="*/ 1862264 h 3519374"/>
              <a:gd name="connsiteX5-143" fmla="*/ 3823789 w 4974928"/>
              <a:gd name="connsiteY5-144" fmla="*/ 3444150 h 3519374"/>
              <a:gd name="connsiteX6-145" fmla="*/ 3678567 w 4974928"/>
              <a:gd name="connsiteY6-146" fmla="*/ 3519374 h 3519374"/>
              <a:gd name="connsiteX7-147" fmla="*/ 177825 w 4974928"/>
              <a:gd name="connsiteY7-148" fmla="*/ 3519374 h 3519374"/>
              <a:gd name="connsiteX8-149" fmla="*/ 0 w 4974928"/>
              <a:gd name="connsiteY8-150" fmla="*/ 3341570 h 3519374"/>
              <a:gd name="connsiteX9-151" fmla="*/ 0 w 4974928"/>
              <a:gd name="connsiteY9-152" fmla="*/ 177754 h 3519374"/>
              <a:gd name="connsiteX10-153" fmla="*/ 177804 w 4974928"/>
              <a:gd name="connsiteY10-154" fmla="*/ 0 h 3519374"/>
              <a:gd name="connsiteX0-155" fmla="*/ 177804 w 4974928"/>
              <a:gd name="connsiteY0-156" fmla="*/ 0 h 3519374"/>
              <a:gd name="connsiteX1-157" fmla="*/ 3678546 w 4974928"/>
              <a:gd name="connsiteY1-158" fmla="*/ 0 h 3519374"/>
              <a:gd name="connsiteX2-159" fmla="*/ 3823780 w 4974928"/>
              <a:gd name="connsiteY2-160" fmla="*/ 75212 h 3519374"/>
              <a:gd name="connsiteX3-161" fmla="*/ 4941214 w 4974928"/>
              <a:gd name="connsiteY3-162" fmla="*/ 1657097 h 3519374"/>
              <a:gd name="connsiteX4-163" fmla="*/ 4941223 w 4974928"/>
              <a:gd name="connsiteY4-164" fmla="*/ 1862264 h 3519374"/>
              <a:gd name="connsiteX5-165" fmla="*/ 3823789 w 4974928"/>
              <a:gd name="connsiteY5-166" fmla="*/ 3444150 h 3519374"/>
              <a:gd name="connsiteX6-167" fmla="*/ 3678567 w 4974928"/>
              <a:gd name="connsiteY6-168" fmla="*/ 3519374 h 3519374"/>
              <a:gd name="connsiteX7-169" fmla="*/ 177825 w 4974928"/>
              <a:gd name="connsiteY7-170" fmla="*/ 3519374 h 3519374"/>
              <a:gd name="connsiteX8-171" fmla="*/ 0 w 4974928"/>
              <a:gd name="connsiteY8-172" fmla="*/ 3341570 h 3519374"/>
              <a:gd name="connsiteX9-173" fmla="*/ 0 w 4974928"/>
              <a:gd name="connsiteY9-174" fmla="*/ 177754 h 3519374"/>
              <a:gd name="connsiteX10-175" fmla="*/ 177804 w 4974928"/>
              <a:gd name="connsiteY10-176" fmla="*/ 0 h 3519374"/>
              <a:gd name="connsiteX0-177" fmla="*/ 177804 w 4974928"/>
              <a:gd name="connsiteY0-178" fmla="*/ 0 h 3519374"/>
              <a:gd name="connsiteX1-179" fmla="*/ 3678546 w 4974928"/>
              <a:gd name="connsiteY1-180" fmla="*/ 0 h 3519374"/>
              <a:gd name="connsiteX2-181" fmla="*/ 3823780 w 4974928"/>
              <a:gd name="connsiteY2-182" fmla="*/ 75212 h 3519374"/>
              <a:gd name="connsiteX3-183" fmla="*/ 4941214 w 4974928"/>
              <a:gd name="connsiteY3-184" fmla="*/ 1657097 h 3519374"/>
              <a:gd name="connsiteX4-185" fmla="*/ 4941223 w 4974928"/>
              <a:gd name="connsiteY4-186" fmla="*/ 1862264 h 3519374"/>
              <a:gd name="connsiteX5-187" fmla="*/ 3823789 w 4974928"/>
              <a:gd name="connsiteY5-188" fmla="*/ 3444150 h 3519374"/>
              <a:gd name="connsiteX6-189" fmla="*/ 3678567 w 4974928"/>
              <a:gd name="connsiteY6-190" fmla="*/ 3519374 h 3519374"/>
              <a:gd name="connsiteX7-191" fmla="*/ 177825 w 4974928"/>
              <a:gd name="connsiteY7-192" fmla="*/ 3519374 h 3519374"/>
              <a:gd name="connsiteX8-193" fmla="*/ 0 w 4974928"/>
              <a:gd name="connsiteY8-194" fmla="*/ 3341570 h 3519374"/>
              <a:gd name="connsiteX9-195" fmla="*/ 0 w 4974928"/>
              <a:gd name="connsiteY9-196" fmla="*/ 177754 h 3519374"/>
              <a:gd name="connsiteX10-197" fmla="*/ 177804 w 4974928"/>
              <a:gd name="connsiteY10-198" fmla="*/ 0 h 3519374"/>
              <a:gd name="connsiteX0-199" fmla="*/ 177804 w 4974928"/>
              <a:gd name="connsiteY0-200" fmla="*/ 0 h 3519374"/>
              <a:gd name="connsiteX1-201" fmla="*/ 3678546 w 4974928"/>
              <a:gd name="connsiteY1-202" fmla="*/ 0 h 3519374"/>
              <a:gd name="connsiteX2-203" fmla="*/ 3823780 w 4974928"/>
              <a:gd name="connsiteY2-204" fmla="*/ 75212 h 3519374"/>
              <a:gd name="connsiteX3-205" fmla="*/ 4941214 w 4974928"/>
              <a:gd name="connsiteY3-206" fmla="*/ 1657097 h 3519374"/>
              <a:gd name="connsiteX4-207" fmla="*/ 4941223 w 4974928"/>
              <a:gd name="connsiteY4-208" fmla="*/ 1862264 h 3519374"/>
              <a:gd name="connsiteX5-209" fmla="*/ 3823789 w 4974928"/>
              <a:gd name="connsiteY5-210" fmla="*/ 3444150 h 3519374"/>
              <a:gd name="connsiteX6-211" fmla="*/ 3678567 w 4974928"/>
              <a:gd name="connsiteY6-212" fmla="*/ 3519374 h 3519374"/>
              <a:gd name="connsiteX7-213" fmla="*/ 177825 w 4974928"/>
              <a:gd name="connsiteY7-214" fmla="*/ 3519374 h 3519374"/>
              <a:gd name="connsiteX8-215" fmla="*/ 0 w 4974928"/>
              <a:gd name="connsiteY8-216" fmla="*/ 3341570 h 3519374"/>
              <a:gd name="connsiteX9-217" fmla="*/ 0 w 4974928"/>
              <a:gd name="connsiteY9-218" fmla="*/ 177754 h 3519374"/>
              <a:gd name="connsiteX10-219" fmla="*/ 177804 w 4974928"/>
              <a:gd name="connsiteY10-220" fmla="*/ 0 h 3519374"/>
              <a:gd name="connsiteX0-221" fmla="*/ 177804 w 4974928"/>
              <a:gd name="connsiteY0-222" fmla="*/ 0 h 3519374"/>
              <a:gd name="connsiteX1-223" fmla="*/ 3678546 w 4974928"/>
              <a:gd name="connsiteY1-224" fmla="*/ 0 h 3519374"/>
              <a:gd name="connsiteX2-225" fmla="*/ 3823780 w 4974928"/>
              <a:gd name="connsiteY2-226" fmla="*/ 75212 h 3519374"/>
              <a:gd name="connsiteX3-227" fmla="*/ 4941214 w 4974928"/>
              <a:gd name="connsiteY3-228" fmla="*/ 1657097 h 3519374"/>
              <a:gd name="connsiteX4-229" fmla="*/ 4941223 w 4974928"/>
              <a:gd name="connsiteY4-230" fmla="*/ 1862264 h 3519374"/>
              <a:gd name="connsiteX5-231" fmla="*/ 3823789 w 4974928"/>
              <a:gd name="connsiteY5-232" fmla="*/ 3444150 h 3519374"/>
              <a:gd name="connsiteX6-233" fmla="*/ 3678567 w 4974928"/>
              <a:gd name="connsiteY6-234" fmla="*/ 3519374 h 3519374"/>
              <a:gd name="connsiteX7-235" fmla="*/ 177825 w 4974928"/>
              <a:gd name="connsiteY7-236" fmla="*/ 3519374 h 3519374"/>
              <a:gd name="connsiteX8-237" fmla="*/ 0 w 4974928"/>
              <a:gd name="connsiteY8-238" fmla="*/ 3341570 h 3519374"/>
              <a:gd name="connsiteX9-239" fmla="*/ 0 w 4974928"/>
              <a:gd name="connsiteY9-240" fmla="*/ 177754 h 3519374"/>
              <a:gd name="connsiteX10-241" fmla="*/ 177804 w 4974928"/>
              <a:gd name="connsiteY10-242" fmla="*/ 0 h 3519374"/>
              <a:gd name="connsiteX0-243" fmla="*/ 177804 w 4974928"/>
              <a:gd name="connsiteY0-244" fmla="*/ 0 h 3519374"/>
              <a:gd name="connsiteX1-245" fmla="*/ 3678546 w 4974928"/>
              <a:gd name="connsiteY1-246" fmla="*/ 0 h 3519374"/>
              <a:gd name="connsiteX2-247" fmla="*/ 3823780 w 4974928"/>
              <a:gd name="connsiteY2-248" fmla="*/ 75212 h 3519374"/>
              <a:gd name="connsiteX3-249" fmla="*/ 4941214 w 4974928"/>
              <a:gd name="connsiteY3-250" fmla="*/ 1657097 h 3519374"/>
              <a:gd name="connsiteX4-251" fmla="*/ 4941223 w 4974928"/>
              <a:gd name="connsiteY4-252" fmla="*/ 1862264 h 3519374"/>
              <a:gd name="connsiteX5-253" fmla="*/ 3823789 w 4974928"/>
              <a:gd name="connsiteY5-254" fmla="*/ 3444150 h 3519374"/>
              <a:gd name="connsiteX6-255" fmla="*/ 3678567 w 4974928"/>
              <a:gd name="connsiteY6-256" fmla="*/ 3519374 h 3519374"/>
              <a:gd name="connsiteX7-257" fmla="*/ 177825 w 4974928"/>
              <a:gd name="connsiteY7-258" fmla="*/ 3519374 h 3519374"/>
              <a:gd name="connsiteX8-259" fmla="*/ 0 w 4974928"/>
              <a:gd name="connsiteY8-260" fmla="*/ 3341570 h 3519374"/>
              <a:gd name="connsiteX9-261" fmla="*/ 0 w 4974928"/>
              <a:gd name="connsiteY9-262" fmla="*/ 177754 h 3519374"/>
              <a:gd name="connsiteX10-263" fmla="*/ 177804 w 4974928"/>
              <a:gd name="connsiteY10-264" fmla="*/ 0 h 3519374"/>
              <a:gd name="connsiteX0-265" fmla="*/ 177804 w 4974928"/>
              <a:gd name="connsiteY0-266" fmla="*/ 0 h 3519374"/>
              <a:gd name="connsiteX1-267" fmla="*/ 3678546 w 4974928"/>
              <a:gd name="connsiteY1-268" fmla="*/ 0 h 3519374"/>
              <a:gd name="connsiteX2-269" fmla="*/ 3823780 w 4974928"/>
              <a:gd name="connsiteY2-270" fmla="*/ 75212 h 3519374"/>
              <a:gd name="connsiteX3-271" fmla="*/ 4941214 w 4974928"/>
              <a:gd name="connsiteY3-272" fmla="*/ 1657097 h 3519374"/>
              <a:gd name="connsiteX4-273" fmla="*/ 4941223 w 4974928"/>
              <a:gd name="connsiteY4-274" fmla="*/ 1862264 h 3519374"/>
              <a:gd name="connsiteX5-275" fmla="*/ 3823789 w 4974928"/>
              <a:gd name="connsiteY5-276" fmla="*/ 3444150 h 3519374"/>
              <a:gd name="connsiteX6-277" fmla="*/ 3678567 w 4974928"/>
              <a:gd name="connsiteY6-278" fmla="*/ 3519374 h 3519374"/>
              <a:gd name="connsiteX7-279" fmla="*/ 177825 w 4974928"/>
              <a:gd name="connsiteY7-280" fmla="*/ 3519374 h 3519374"/>
              <a:gd name="connsiteX8-281" fmla="*/ 0 w 4974928"/>
              <a:gd name="connsiteY8-282" fmla="*/ 3341570 h 3519374"/>
              <a:gd name="connsiteX9-283" fmla="*/ 0 w 4974928"/>
              <a:gd name="connsiteY9-284" fmla="*/ 177754 h 3519374"/>
              <a:gd name="connsiteX10-285" fmla="*/ 177804 w 4974928"/>
              <a:gd name="connsiteY10-286" fmla="*/ 0 h 3519374"/>
              <a:gd name="connsiteX0-287" fmla="*/ 177804 w 4974928"/>
              <a:gd name="connsiteY0-288" fmla="*/ 0 h 3519374"/>
              <a:gd name="connsiteX1-289" fmla="*/ 3678546 w 4974928"/>
              <a:gd name="connsiteY1-290" fmla="*/ 0 h 3519374"/>
              <a:gd name="connsiteX2-291" fmla="*/ 3823780 w 4974928"/>
              <a:gd name="connsiteY2-292" fmla="*/ 75212 h 3519374"/>
              <a:gd name="connsiteX3-293" fmla="*/ 4941214 w 4974928"/>
              <a:gd name="connsiteY3-294" fmla="*/ 1657097 h 3519374"/>
              <a:gd name="connsiteX4-295" fmla="*/ 4941223 w 4974928"/>
              <a:gd name="connsiteY4-296" fmla="*/ 1862264 h 3519374"/>
              <a:gd name="connsiteX5-297" fmla="*/ 3823789 w 4974928"/>
              <a:gd name="connsiteY5-298" fmla="*/ 3444150 h 3519374"/>
              <a:gd name="connsiteX6-299" fmla="*/ 3678567 w 4974928"/>
              <a:gd name="connsiteY6-300" fmla="*/ 3519374 h 3519374"/>
              <a:gd name="connsiteX7-301" fmla="*/ 177825 w 4974928"/>
              <a:gd name="connsiteY7-302" fmla="*/ 3519374 h 3519374"/>
              <a:gd name="connsiteX8-303" fmla="*/ 0 w 4974928"/>
              <a:gd name="connsiteY8-304" fmla="*/ 3341570 h 3519374"/>
              <a:gd name="connsiteX9-305" fmla="*/ 0 w 4974928"/>
              <a:gd name="connsiteY9-306" fmla="*/ 177754 h 3519374"/>
              <a:gd name="connsiteX10-307" fmla="*/ 177804 w 4974928"/>
              <a:gd name="connsiteY10-308" fmla="*/ 0 h 3519374"/>
              <a:gd name="connsiteX0-309" fmla="*/ 177804 w 4974928"/>
              <a:gd name="connsiteY0-310" fmla="*/ 0 h 3519374"/>
              <a:gd name="connsiteX1-311" fmla="*/ 3678546 w 4974928"/>
              <a:gd name="connsiteY1-312" fmla="*/ 0 h 3519374"/>
              <a:gd name="connsiteX2-313" fmla="*/ 3823780 w 4974928"/>
              <a:gd name="connsiteY2-314" fmla="*/ 75212 h 3519374"/>
              <a:gd name="connsiteX3-315" fmla="*/ 4941214 w 4974928"/>
              <a:gd name="connsiteY3-316" fmla="*/ 1657097 h 3519374"/>
              <a:gd name="connsiteX4-317" fmla="*/ 4941223 w 4974928"/>
              <a:gd name="connsiteY4-318" fmla="*/ 1862264 h 3519374"/>
              <a:gd name="connsiteX5-319" fmla="*/ 3823789 w 4974928"/>
              <a:gd name="connsiteY5-320" fmla="*/ 3444150 h 3519374"/>
              <a:gd name="connsiteX6-321" fmla="*/ 3678567 w 4974928"/>
              <a:gd name="connsiteY6-322" fmla="*/ 3519374 h 3519374"/>
              <a:gd name="connsiteX7-323" fmla="*/ 177825 w 4974928"/>
              <a:gd name="connsiteY7-324" fmla="*/ 3519374 h 3519374"/>
              <a:gd name="connsiteX8-325" fmla="*/ 0 w 4974928"/>
              <a:gd name="connsiteY8-326" fmla="*/ 3341570 h 3519374"/>
              <a:gd name="connsiteX9-327" fmla="*/ 0 w 4974928"/>
              <a:gd name="connsiteY9-328" fmla="*/ 177754 h 3519374"/>
              <a:gd name="connsiteX10-329" fmla="*/ 177804 w 4974928"/>
              <a:gd name="connsiteY10-330" fmla="*/ 0 h 3519374"/>
              <a:gd name="connsiteX0-331" fmla="*/ 177804 w 4974928"/>
              <a:gd name="connsiteY0-332" fmla="*/ 0 h 3519374"/>
              <a:gd name="connsiteX1-333" fmla="*/ 3678546 w 4974928"/>
              <a:gd name="connsiteY1-334" fmla="*/ 0 h 3519374"/>
              <a:gd name="connsiteX2-335" fmla="*/ 3823780 w 4974928"/>
              <a:gd name="connsiteY2-336" fmla="*/ 75212 h 3519374"/>
              <a:gd name="connsiteX3-337" fmla="*/ 4941214 w 4974928"/>
              <a:gd name="connsiteY3-338" fmla="*/ 1657097 h 3519374"/>
              <a:gd name="connsiteX4-339" fmla="*/ 4941223 w 4974928"/>
              <a:gd name="connsiteY4-340" fmla="*/ 1862264 h 3519374"/>
              <a:gd name="connsiteX5-341" fmla="*/ 3823789 w 4974928"/>
              <a:gd name="connsiteY5-342" fmla="*/ 3444150 h 3519374"/>
              <a:gd name="connsiteX6-343" fmla="*/ 3678567 w 4974928"/>
              <a:gd name="connsiteY6-344" fmla="*/ 3519374 h 3519374"/>
              <a:gd name="connsiteX7-345" fmla="*/ 177825 w 4974928"/>
              <a:gd name="connsiteY7-346" fmla="*/ 3519374 h 3519374"/>
              <a:gd name="connsiteX8-347" fmla="*/ 0 w 4974928"/>
              <a:gd name="connsiteY8-348" fmla="*/ 3341570 h 3519374"/>
              <a:gd name="connsiteX9-349" fmla="*/ 0 w 4974928"/>
              <a:gd name="connsiteY9-350" fmla="*/ 177754 h 3519374"/>
              <a:gd name="connsiteX10-351" fmla="*/ 177804 w 4974928"/>
              <a:gd name="connsiteY10-352" fmla="*/ 0 h 3519374"/>
              <a:gd name="connsiteX0-353" fmla="*/ 177804 w 4974928"/>
              <a:gd name="connsiteY0-354" fmla="*/ 0 h 3519374"/>
              <a:gd name="connsiteX1-355" fmla="*/ 3678546 w 4974928"/>
              <a:gd name="connsiteY1-356" fmla="*/ 0 h 3519374"/>
              <a:gd name="connsiteX2-357" fmla="*/ 3823780 w 4974928"/>
              <a:gd name="connsiteY2-358" fmla="*/ 75212 h 3519374"/>
              <a:gd name="connsiteX3-359" fmla="*/ 4941214 w 4974928"/>
              <a:gd name="connsiteY3-360" fmla="*/ 1657097 h 3519374"/>
              <a:gd name="connsiteX4-361" fmla="*/ 4941223 w 4974928"/>
              <a:gd name="connsiteY4-362" fmla="*/ 1862264 h 3519374"/>
              <a:gd name="connsiteX5-363" fmla="*/ 3823789 w 4974928"/>
              <a:gd name="connsiteY5-364" fmla="*/ 3444150 h 3519374"/>
              <a:gd name="connsiteX6-365" fmla="*/ 3678567 w 4974928"/>
              <a:gd name="connsiteY6-366" fmla="*/ 3519374 h 3519374"/>
              <a:gd name="connsiteX7-367" fmla="*/ 177825 w 4974928"/>
              <a:gd name="connsiteY7-368" fmla="*/ 3519374 h 3519374"/>
              <a:gd name="connsiteX8-369" fmla="*/ 0 w 4974928"/>
              <a:gd name="connsiteY8-370" fmla="*/ 3341570 h 3519374"/>
              <a:gd name="connsiteX9-371" fmla="*/ 0 w 4974928"/>
              <a:gd name="connsiteY9-372" fmla="*/ 177754 h 3519374"/>
              <a:gd name="connsiteX10-373" fmla="*/ 177804 w 4974928"/>
              <a:gd name="connsiteY10-374" fmla="*/ 0 h 3519374"/>
              <a:gd name="connsiteX0-375" fmla="*/ 177804 w 4974928"/>
              <a:gd name="connsiteY0-376" fmla="*/ 0 h 3519374"/>
              <a:gd name="connsiteX1-377" fmla="*/ 3678546 w 4974928"/>
              <a:gd name="connsiteY1-378" fmla="*/ 0 h 3519374"/>
              <a:gd name="connsiteX2-379" fmla="*/ 3823780 w 4974928"/>
              <a:gd name="connsiteY2-380" fmla="*/ 75212 h 3519374"/>
              <a:gd name="connsiteX3-381" fmla="*/ 4941214 w 4974928"/>
              <a:gd name="connsiteY3-382" fmla="*/ 1657097 h 3519374"/>
              <a:gd name="connsiteX4-383" fmla="*/ 4941223 w 4974928"/>
              <a:gd name="connsiteY4-384" fmla="*/ 1862264 h 3519374"/>
              <a:gd name="connsiteX5-385" fmla="*/ 3823789 w 4974928"/>
              <a:gd name="connsiteY5-386" fmla="*/ 3444150 h 3519374"/>
              <a:gd name="connsiteX6-387" fmla="*/ 3678567 w 4974928"/>
              <a:gd name="connsiteY6-388" fmla="*/ 3519374 h 3519374"/>
              <a:gd name="connsiteX7-389" fmla="*/ 177825 w 4974928"/>
              <a:gd name="connsiteY7-390" fmla="*/ 3519374 h 3519374"/>
              <a:gd name="connsiteX8-391" fmla="*/ 0 w 4974928"/>
              <a:gd name="connsiteY8-392" fmla="*/ 3341570 h 3519374"/>
              <a:gd name="connsiteX9-393" fmla="*/ 0 w 4974928"/>
              <a:gd name="connsiteY9-394" fmla="*/ 177754 h 3519374"/>
              <a:gd name="connsiteX10-395" fmla="*/ 177804 w 4974928"/>
              <a:gd name="connsiteY10-396" fmla="*/ 0 h 35193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4974928" h="3519374">
                <a:moveTo>
                  <a:pt x="177804" y="0"/>
                </a:moveTo>
                <a:cubicBezTo>
                  <a:pt x="281958" y="0"/>
                  <a:pt x="3619635" y="0"/>
                  <a:pt x="3678546" y="0"/>
                </a:cubicBezTo>
                <a:cubicBezTo>
                  <a:pt x="3737459" y="0"/>
                  <a:pt x="3789791" y="27094"/>
                  <a:pt x="3823780" y="75212"/>
                </a:cubicBezTo>
                <a:cubicBezTo>
                  <a:pt x="3857771" y="123329"/>
                  <a:pt x="4896269" y="1593470"/>
                  <a:pt x="4941214" y="1657097"/>
                </a:cubicBezTo>
                <a:cubicBezTo>
                  <a:pt x="4986161" y="1720725"/>
                  <a:pt x="4986170" y="1798637"/>
                  <a:pt x="4941223" y="1862264"/>
                </a:cubicBezTo>
                <a:cubicBezTo>
                  <a:pt x="4896278" y="1925892"/>
                  <a:pt x="3857780" y="3396033"/>
                  <a:pt x="3823789" y="3444150"/>
                </a:cubicBezTo>
                <a:cubicBezTo>
                  <a:pt x="3789800" y="3492267"/>
                  <a:pt x="3737480" y="3519374"/>
                  <a:pt x="3678567" y="3519374"/>
                </a:cubicBezTo>
                <a:cubicBezTo>
                  <a:pt x="3619656" y="3519374"/>
                  <a:pt x="281981" y="3519374"/>
                  <a:pt x="177825" y="3519374"/>
                </a:cubicBezTo>
                <a:cubicBezTo>
                  <a:pt x="73671" y="3519374"/>
                  <a:pt x="1" y="3445725"/>
                  <a:pt x="0" y="3341570"/>
                </a:cubicBezTo>
                <a:cubicBezTo>
                  <a:pt x="1" y="3237416"/>
                  <a:pt x="1" y="281908"/>
                  <a:pt x="0" y="177754"/>
                </a:cubicBezTo>
                <a:cubicBezTo>
                  <a:pt x="1" y="73599"/>
                  <a:pt x="73649" y="0"/>
                  <a:pt x="177804" y="0"/>
                </a:cubicBezTo>
                <a:close/>
              </a:path>
            </a:pathLst>
          </a:custGeom>
          <a:gradFill>
            <a:gsLst>
              <a:gs pos="30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1368000" bIns="45720" numCol="1" spcCol="0" rtlCol="0" fromWordArt="0" anchor="ctr" anchorCtr="0" forceAA="0" compatLnSpc="1">
            <a:no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文件操作</a:t>
            </a:r>
            <a:endParaRPr lang="zh-CN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4691721" y="3827603"/>
            <a:ext cx="1623921" cy="162392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os</a:t>
            </a:r>
            <a:r>
              <a:rPr lang="zh-CN" altLang="zh-CN" sz="24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模块</a:t>
            </a:r>
            <a:endParaRPr lang="zh-CN" altLang="zh-CN" sz="24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2" name="图片 1" descr="D:/新版课程资料/AI+数据分析研发/播仔最新素材库 - All update/播仔最新素材库 - All update/01 (16).png01 (16)"/>
          <p:cNvPicPr>
            <a:picLocks noChangeAspect="1"/>
          </p:cNvPicPr>
          <p:nvPr/>
        </p:nvPicPr>
        <p:blipFill>
          <a:blip r:embed="rId4"/>
          <a:srcRect t="30" b="30"/>
          <a:stretch>
            <a:fillRect/>
          </a:stretch>
        </p:blipFill>
        <p:spPr>
          <a:xfrm>
            <a:off x="11083925" y="5445760"/>
            <a:ext cx="1195070" cy="119507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os</a:t>
            </a:r>
            <a:r>
              <a:t>模块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7781290" cy="4219575"/>
          </a:xfrm>
        </p:spPr>
        <p:txBody>
          <a:bodyPr/>
          <a:lstStyle/>
          <a:p>
            <a:pPr>
              <a:lnSpc>
                <a:spcPct val="240000"/>
              </a:lnSpc>
            </a:pPr>
            <a:r>
              <a:rPr lang="zh-CN" altLang="en-US">
                <a:solidFill>
                  <a:srgbClr val="C00000"/>
                </a:solidFill>
                <a:sym typeface="+mn-ea"/>
              </a:rPr>
              <a:t>os 模块</a:t>
            </a:r>
            <a:r>
              <a:rPr lang="zh-CN" altLang="en-US">
                <a:sym typeface="+mn-ea"/>
              </a:rPr>
              <a:t>是 Python 标准库的一部分，它提供了丰富的功能来与操作系统进行交互。通过 os 模块，我们可以执行许多与文件和目录管理相关的操作，比如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文件重命名、文件删除</a:t>
            </a:r>
            <a:r>
              <a:rPr lang="zh-CN" altLang="en-US">
                <a:sym typeface="+mn-ea"/>
              </a:rPr>
              <a:t>。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获取当前工作目录</a:t>
            </a:r>
            <a:r>
              <a:rPr lang="zh-CN" altLang="en-US">
                <a:sym typeface="+mn-ea"/>
              </a:rPr>
              <a:t>、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创建和删除目录</a:t>
            </a:r>
            <a:r>
              <a:rPr lang="zh-CN" altLang="en-US">
                <a:sym typeface="+mn-ea"/>
              </a:rPr>
              <a:t>、检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查文件或目录是否存在</a:t>
            </a:r>
            <a:r>
              <a:rPr lang="zh-CN" altLang="en-US">
                <a:sym typeface="+mn-ea"/>
              </a:rPr>
              <a:t>等。</a:t>
            </a:r>
            <a:endParaRPr lang="zh-CN" altLang="en-US"/>
          </a:p>
        </p:txBody>
      </p:sp>
      <p:pic>
        <p:nvPicPr>
          <p:cNvPr id="5" name="图片 4" descr="D:/新版课程资料/AI+数据分析研发/播仔最新素材库 - All update/播仔最新素材库 - All update/01 (16).png01 (16)"/>
          <p:cNvPicPr>
            <a:picLocks noChangeAspect="1"/>
          </p:cNvPicPr>
          <p:nvPr/>
        </p:nvPicPr>
        <p:blipFill>
          <a:blip r:embed="rId1"/>
          <a:srcRect t="30" b="30"/>
          <a:stretch>
            <a:fillRect/>
          </a:stretch>
        </p:blipFill>
        <p:spPr>
          <a:xfrm>
            <a:off x="11083925" y="5445760"/>
            <a:ext cx="1195070" cy="119507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5051143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中文件和文件夹的操作要借助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模块里面的相关功能，具体步骤如下：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① 导入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模块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② 还用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模块的相关功能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 err="1"/>
              <a:t>os</a:t>
            </a:r>
            <a:r>
              <a:rPr lang="zh-CN" altLang="en-US" dirty="0"/>
              <a:t>模块</a:t>
            </a:r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710880" y="2560085"/>
            <a:ext cx="10467932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710880" y="3376629"/>
            <a:ext cx="10467932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函数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3" name="图片 2" descr="D:/新版课程资料/AI+数据分析研发/播仔最新素材库 - All update/播仔最新素材库 - All update/01 (16).png01 (16)"/>
          <p:cNvPicPr>
            <a:picLocks noChangeAspect="1"/>
          </p:cNvPicPr>
          <p:nvPr/>
        </p:nvPicPr>
        <p:blipFill>
          <a:blip r:embed="rId1"/>
          <a:srcRect t="30" b="30"/>
          <a:stretch>
            <a:fillRect/>
          </a:stretch>
        </p:blipFill>
        <p:spPr>
          <a:xfrm>
            <a:off x="11083925" y="5445760"/>
            <a:ext cx="1195070" cy="119507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5051143"/>
          </a:xfrm>
        </p:spPr>
        <p:txBody>
          <a:bodyPr/>
          <a:lstStyle/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案例：把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项目目录下的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temp.txt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文件，更名为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python.txt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，查看效果后，对文件进行删除操作。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、文件操作</a:t>
            </a:r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10878" y="1646133"/>
          <a:ext cx="10749600" cy="1031720"/>
        </p:xfrm>
        <a:graphic>
          <a:graphicData uri="http://schemas.openxmlformats.org/drawingml/2006/table">
            <a:tbl>
              <a:tblPr/>
              <a:tblGrid>
                <a:gridCol w="1060170"/>
                <a:gridCol w="6106230"/>
                <a:gridCol w="3583200"/>
              </a:tblGrid>
              <a:tr h="3611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effectLst/>
                        </a:rPr>
                        <a:t>编号</a:t>
                      </a:r>
                      <a:endParaRPr lang="zh-CN" altLang="en-US" sz="1600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effectLst/>
                        </a:rPr>
                        <a:t>函数</a:t>
                      </a:r>
                      <a:endParaRPr lang="zh-CN" altLang="en-US" sz="1600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effectLst/>
                        </a:rPr>
                        <a:t>功能</a:t>
                      </a:r>
                      <a:endParaRPr lang="zh-CN" altLang="en-US" sz="1600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effectLst/>
                        </a:rPr>
                        <a:t>1</a:t>
                      </a:r>
                      <a:endParaRPr lang="en-US" altLang="zh-CN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 err="1">
                          <a:effectLst/>
                        </a:rPr>
                        <a:t>os.rename</a:t>
                      </a:r>
                      <a:r>
                        <a:rPr lang="en-US" altLang="zh-CN" sz="1600" dirty="0">
                          <a:effectLst/>
                        </a:rPr>
                        <a:t>(</a:t>
                      </a:r>
                      <a:r>
                        <a:rPr lang="zh-CN" altLang="en-US" sz="1600" dirty="0">
                          <a:effectLst/>
                        </a:rPr>
                        <a:t>目标文件名称，新文件名称</a:t>
                      </a:r>
                      <a:r>
                        <a:rPr lang="en-US" altLang="zh-CN" sz="1600" dirty="0">
                          <a:effectLst/>
                        </a:rPr>
                        <a:t>)</a:t>
                      </a:r>
                      <a:endParaRPr lang="en-US" altLang="zh-CN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对文件进行重命名操作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effectLst/>
                        </a:rPr>
                        <a:t>2</a:t>
                      </a:r>
                      <a:endParaRPr lang="en-US" altLang="zh-CN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effectLst/>
                        </a:rPr>
                        <a:t>os.remove</a:t>
                      </a:r>
                      <a:r>
                        <a:rPr lang="en-US" sz="1600" dirty="0">
                          <a:effectLst/>
                        </a:rPr>
                        <a:t>(</a:t>
                      </a:r>
                      <a:r>
                        <a:rPr lang="zh-CN" altLang="en-US" sz="1600" dirty="0">
                          <a:effectLst/>
                        </a:rPr>
                        <a:t>要删除文件名称</a:t>
                      </a:r>
                      <a:r>
                        <a:rPr lang="en-US" altLang="zh-CN" sz="1600" dirty="0">
                          <a:effectLst/>
                        </a:rPr>
                        <a:t>)</a:t>
                      </a:r>
                      <a:endParaRPr lang="en-US" altLang="zh-CN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对文件进行删除操作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855132" y="164629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710880" y="3415130"/>
            <a:ext cx="10467932" cy="267652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、导入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模块、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time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模块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 time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、调用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rename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方法实现重命名（需要手工刷新左侧导航栏）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os.rename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('temp.txt', 'python.txt')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、调用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time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模块中的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sleep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方法休眠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100s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time.sleep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(100)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4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、删除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readme.txt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os.remove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('readme.txt')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5" name="图片 4" descr="D:/新版课程资料/AI+数据分析研发/播仔最新素材库 - All update/播仔最新素材库 - All update/01 (16).png01 (16)"/>
          <p:cNvPicPr>
            <a:picLocks noChangeAspect="1"/>
          </p:cNvPicPr>
          <p:nvPr/>
        </p:nvPicPr>
        <p:blipFill>
          <a:blip r:embed="rId1"/>
          <a:srcRect t="30" b="30"/>
          <a:stretch>
            <a:fillRect/>
          </a:stretch>
        </p:blipFill>
        <p:spPr>
          <a:xfrm>
            <a:off x="11134725" y="5445760"/>
            <a:ext cx="1195070" cy="119507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945932"/>
            <a:ext cx="6596655" cy="4511040"/>
          </a:xfrm>
        </p:spPr>
        <p:txBody>
          <a:bodyPr/>
          <a:lstStyle/>
          <a:p>
            <a:pPr marL="0" algn="l">
              <a:buFont typeface="Arial" panose="020B0604020202020204" pitchFamily="34" charset="0"/>
              <a:buAutoNum type="arabicPeriod"/>
            </a:pPr>
            <a:r>
              <a:rPr lang="zh-CN" altLang="en-US" dirty="0"/>
              <a:t>文件重命名以及文件删除操作，我们可以导入何种模块？</a:t>
            </a:r>
            <a:endParaRPr lang="en-US" altLang="zh-CN" dirty="0"/>
          </a:p>
          <a:p>
            <a:pPr marL="0" indent="0" algn="l">
              <a:buNone/>
            </a:pPr>
            <a:r>
              <a:rPr lang="zh-CN" altLang="en-US" dirty="0"/>
              <a:t>答：</a:t>
            </a:r>
            <a:r>
              <a:rPr lang="en-US" altLang="zh-CN" dirty="0" err="1">
                <a:solidFill>
                  <a:srgbClr val="C00000"/>
                </a:solidFill>
              </a:rPr>
              <a:t>os</a:t>
            </a:r>
            <a:r>
              <a:rPr lang="zh-CN" altLang="en-US" dirty="0">
                <a:solidFill>
                  <a:srgbClr val="C00000"/>
                </a:solidFill>
              </a:rPr>
              <a:t>模块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 algn="l">
              <a:buNone/>
            </a:pPr>
            <a:r>
              <a:rPr lang="en-US" altLang="zh-CN" dirty="0"/>
              <a:t>2. </a:t>
            </a:r>
            <a:r>
              <a:rPr lang="zh-CN" altLang="en-US" dirty="0"/>
              <a:t>文件重命名操作，我们可以使用何种方法实现？</a:t>
            </a:r>
            <a:endParaRPr lang="zh-CN" altLang="en-US" dirty="0"/>
          </a:p>
          <a:p>
            <a:pPr marL="0" indent="0" algn="l">
              <a:buNone/>
            </a:pPr>
            <a:r>
              <a:rPr lang="zh-CN" altLang="en-US" dirty="0"/>
              <a:t>答：</a:t>
            </a:r>
            <a:r>
              <a:rPr lang="en-US" altLang="zh-CN" dirty="0" err="1">
                <a:solidFill>
                  <a:srgbClr val="C00000"/>
                </a:solidFill>
              </a:rPr>
              <a:t>os.rename</a:t>
            </a:r>
            <a:r>
              <a:rPr lang="zh-CN" altLang="en-US" dirty="0">
                <a:solidFill>
                  <a:srgbClr val="C00000"/>
                </a:solidFill>
              </a:rPr>
              <a:t>方法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 algn="l">
              <a:buNone/>
            </a:pPr>
            <a:r>
              <a:rPr lang="en-US" altLang="zh-CN" dirty="0"/>
              <a:t>3. </a:t>
            </a:r>
            <a:r>
              <a:rPr lang="zh-CN" altLang="en-US" dirty="0"/>
              <a:t>文件删除操作，我们可以使用何种方法实现？</a:t>
            </a:r>
            <a:endParaRPr lang="en-US" altLang="zh-CN" dirty="0"/>
          </a:p>
          <a:p>
            <a:pPr marL="0" indent="0" algn="l">
              <a:buNone/>
            </a:pPr>
            <a:r>
              <a:rPr lang="zh-CN" altLang="en-US" dirty="0"/>
              <a:t>答：</a:t>
            </a:r>
            <a:r>
              <a:rPr lang="en-US" altLang="zh-CN" dirty="0" err="1">
                <a:solidFill>
                  <a:srgbClr val="C00000"/>
                </a:solidFill>
              </a:rPr>
              <a:t>os.remove</a:t>
            </a:r>
            <a:r>
              <a:rPr lang="zh-CN" altLang="en-US" dirty="0">
                <a:solidFill>
                  <a:srgbClr val="C00000"/>
                </a:solidFill>
              </a:rPr>
              <a:t>方法</a:t>
            </a:r>
            <a:endParaRPr lang="en-US" altLang="zh-CN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4"/>
            <a:ext cx="10749598" cy="4716166"/>
          </a:xfrm>
        </p:spPr>
        <p:txBody>
          <a:bodyPr/>
          <a:lstStyle/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、文件夹操作</a:t>
            </a:r>
            <a:endParaRPr lang="zh-CN" altLang="en-US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855132" y="164629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710878" y="1646133"/>
          <a:ext cx="10749600" cy="2037560"/>
        </p:xfrm>
        <a:graphic>
          <a:graphicData uri="http://schemas.openxmlformats.org/drawingml/2006/table">
            <a:tbl>
              <a:tblPr/>
              <a:tblGrid>
                <a:gridCol w="1060170"/>
                <a:gridCol w="2849078"/>
                <a:gridCol w="6840352"/>
              </a:tblGrid>
              <a:tr h="3611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effectLst/>
                        </a:rPr>
                        <a:t>编号</a:t>
                      </a:r>
                      <a:endParaRPr lang="zh-CN" altLang="en-US" sz="1600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>
                          <a:solidFill>
                            <a:srgbClr val="FFFFFF"/>
                          </a:solidFill>
                          <a:effectLst/>
                        </a:rPr>
                        <a:t>函数</a:t>
                      </a:r>
                      <a:endParaRPr lang="zh-CN" altLang="en-US" sz="1600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>
                          <a:solidFill>
                            <a:srgbClr val="FFFFFF"/>
                          </a:solidFill>
                          <a:effectLst/>
                        </a:rPr>
                        <a:t>功能</a:t>
                      </a:r>
                      <a:endParaRPr lang="zh-CN" altLang="en-US" sz="1600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effectLst/>
                        </a:rPr>
                        <a:t>1</a:t>
                      </a:r>
                      <a:endParaRPr lang="en-US" altLang="zh-CN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>
                          <a:effectLst/>
                        </a:rPr>
                        <a:t>os.mkdir(</a:t>
                      </a:r>
                      <a:r>
                        <a:rPr lang="zh-CN" altLang="en-US" sz="1600">
                          <a:effectLst/>
                        </a:rPr>
                        <a:t>新文件夹名称</a:t>
                      </a:r>
                      <a:r>
                        <a:rPr lang="en-US" altLang="zh-CN" sz="1600">
                          <a:effectLst/>
                        </a:rPr>
                        <a:t>)</a:t>
                      </a:r>
                      <a:endParaRPr lang="en-US" altLang="zh-CN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创建一个指定名称的文件夹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effectLst/>
                        </a:rPr>
                        <a:t>2</a:t>
                      </a:r>
                      <a:endParaRPr lang="en-US" altLang="zh-CN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effectLst/>
                        </a:rPr>
                        <a:t>os.getcwd</a:t>
                      </a:r>
                      <a:r>
                        <a:rPr lang="en-US" sz="1600" dirty="0">
                          <a:effectLst/>
                        </a:rPr>
                        <a:t>()</a:t>
                      </a:r>
                      <a:endParaRPr lang="en-US" altLang="zh-CN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effectLst/>
                        </a:rPr>
                        <a:t>current  work  directory</a:t>
                      </a:r>
                      <a:r>
                        <a:rPr lang="zh-CN" altLang="en-US" sz="1600" dirty="0">
                          <a:effectLst/>
                        </a:rPr>
                        <a:t>，获取当前目录名称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effectLst/>
                        </a:rPr>
                        <a:t>3</a:t>
                      </a:r>
                      <a:endParaRPr lang="en-US" altLang="zh-CN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 err="1">
                          <a:effectLst/>
                        </a:rPr>
                        <a:t>os.chdir</a:t>
                      </a:r>
                      <a:r>
                        <a:rPr lang="en-US" altLang="zh-CN" sz="1600" dirty="0">
                          <a:effectLst/>
                        </a:rPr>
                        <a:t>(</a:t>
                      </a:r>
                      <a:r>
                        <a:rPr lang="zh-CN" altLang="en-US" sz="1600" dirty="0">
                          <a:effectLst/>
                        </a:rPr>
                        <a:t>切换后目录名称</a:t>
                      </a:r>
                      <a:r>
                        <a:rPr lang="en-US" altLang="zh-CN" sz="1600" dirty="0">
                          <a:effectLst/>
                        </a:rPr>
                        <a:t>)</a:t>
                      </a:r>
                      <a:endParaRPr lang="en-US" altLang="zh-CN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effectLst/>
                        </a:rPr>
                        <a:t>change directory</a:t>
                      </a:r>
                      <a:r>
                        <a:rPr lang="zh-CN" altLang="en-US" sz="1600" dirty="0">
                          <a:effectLst/>
                        </a:rPr>
                        <a:t>，切换目录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effectLst/>
                        </a:rPr>
                        <a:t>4</a:t>
                      </a:r>
                      <a:endParaRPr lang="en-US" altLang="zh-CN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 err="1">
                          <a:effectLst/>
                        </a:rPr>
                        <a:t>os.listdir</a:t>
                      </a:r>
                      <a:r>
                        <a:rPr lang="en-US" altLang="zh-CN" sz="1600" dirty="0">
                          <a:effectLst/>
                        </a:rPr>
                        <a:t>(</a:t>
                      </a:r>
                      <a:r>
                        <a:rPr lang="zh-CN" altLang="en-US" sz="1600" dirty="0">
                          <a:effectLst/>
                        </a:rPr>
                        <a:t>目标目录</a:t>
                      </a:r>
                      <a:r>
                        <a:rPr lang="en-US" altLang="zh-CN" sz="1600" dirty="0">
                          <a:effectLst/>
                        </a:rPr>
                        <a:t>)</a:t>
                      </a:r>
                      <a:endParaRPr lang="en-US" altLang="zh-CN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获取指定目录下的文件信息，返回列表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effectLst/>
                        </a:rPr>
                        <a:t>5</a:t>
                      </a:r>
                      <a:endParaRPr lang="en-US" altLang="zh-CN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 err="1">
                          <a:effectLst/>
                        </a:rPr>
                        <a:t>os.rmdir</a:t>
                      </a:r>
                      <a:r>
                        <a:rPr lang="en-US" altLang="zh-CN" sz="1600" dirty="0">
                          <a:effectLst/>
                        </a:rPr>
                        <a:t>(</a:t>
                      </a:r>
                      <a:r>
                        <a:rPr lang="zh-CN" altLang="en-US" sz="1600" dirty="0">
                          <a:effectLst/>
                        </a:rPr>
                        <a:t>目标目录</a:t>
                      </a:r>
                      <a:r>
                        <a:rPr lang="en-US" altLang="zh-CN" sz="1600" dirty="0">
                          <a:effectLst/>
                        </a:rPr>
                        <a:t>)</a:t>
                      </a:r>
                      <a:endParaRPr lang="en-US" altLang="zh-CN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用于删除一个指定名称的</a:t>
                      </a:r>
                      <a:r>
                        <a:rPr lang="en-US" altLang="zh-CN" sz="1600" dirty="0">
                          <a:effectLst/>
                        </a:rPr>
                        <a:t>"</a:t>
                      </a:r>
                      <a:r>
                        <a:rPr lang="zh-CN" altLang="en-US" sz="1600" dirty="0">
                          <a:effectLst/>
                        </a:rPr>
                        <a:t>空</a:t>
                      </a:r>
                      <a:r>
                        <a:rPr lang="en-US" altLang="zh-CN" sz="1600" dirty="0">
                          <a:effectLst/>
                        </a:rPr>
                        <a:t>"</a:t>
                      </a:r>
                      <a:r>
                        <a:rPr lang="zh-CN" altLang="en-US" sz="1600" dirty="0">
                          <a:effectLst/>
                        </a:rPr>
                        <a:t>文件夹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3" name="文本占位符 1"/>
          <p:cNvSpPr txBox="1"/>
          <p:nvPr/>
        </p:nvSpPr>
        <p:spPr>
          <a:xfrm>
            <a:off x="710879" y="1635973"/>
            <a:ext cx="10749598" cy="5051143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案例：准备一个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static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文件夹以及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file1.txt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file2.txt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file3.txt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三个文件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① 在程序中，将当前目录切换到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static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文件夹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② 创建一个新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images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文件夹以及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videos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文件夹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③ 获取目录下的所有文件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④ 移除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videos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文件夹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图片 4" descr="D:/新版课程资料/AI+数据分析研发/播仔最新素材库 - All update/播仔最新素材库 - All update/01 (48).png01 (48)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10996930" y="5445760"/>
            <a:ext cx="1195070" cy="119507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4"/>
            <a:ext cx="10749598" cy="4716166"/>
          </a:xfrm>
        </p:spPr>
        <p:txBody>
          <a:bodyPr/>
          <a:lstStyle/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、文件夹操作</a:t>
            </a:r>
            <a:endParaRPr lang="zh-CN" altLang="en-US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855132" y="164629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文本占位符 1"/>
          <p:cNvSpPr txBox="1"/>
          <p:nvPr/>
        </p:nvSpPr>
        <p:spPr>
          <a:xfrm>
            <a:off x="710879" y="1635973"/>
            <a:ext cx="10749598" cy="5051143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代码实现：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710877" y="2211972"/>
            <a:ext cx="10467932" cy="397031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、导入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模块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、将当前工作目录切换到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文件夹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os.chdir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('static')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print(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os.getcwd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())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、创建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images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以及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videos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文件夹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os.mkdir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('images')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os.mkdir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('videos')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4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、获取目录下的所有文件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for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in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os.listdir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():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5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、移除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videos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文件夹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os.rmdir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('videos')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5" name="图片 4" descr="D:/新版课程资料/AI+数据分析研发/播仔最新素材库 - All update/播仔最新素材库 - All update/01 (48).png01 (48)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11076305" y="5525135"/>
            <a:ext cx="1115695" cy="111569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有时候我们可能想删除一个非空目录（文件夹），但是默认情况下，</a:t>
            </a:r>
            <a:r>
              <a:rPr lang="en-US" altLang="zh-CN" dirty="0" err="1"/>
              <a:t>rmdir</a:t>
            </a:r>
            <a:r>
              <a:rPr lang="zh-CN" altLang="en-US" dirty="0"/>
              <a:t>只能删除空目录，这个问题应该如何解决？</a:t>
            </a:r>
            <a:endParaRPr lang="en-US" altLang="zh-CN" dirty="0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、递归删除非空目录（慎重）</a:t>
            </a:r>
            <a:endParaRPr lang="zh-CN" altLang="en-US" dirty="0"/>
          </a:p>
        </p:txBody>
      </p:sp>
      <p:sp>
        <p:nvSpPr>
          <p:cNvPr id="8" name="TextBox 3"/>
          <p:cNvSpPr txBox="1"/>
          <p:nvPr/>
        </p:nvSpPr>
        <p:spPr>
          <a:xfrm>
            <a:off x="851713" y="2211972"/>
            <a:ext cx="10467932" cy="107721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shutil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rmtree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方法递归删除非空目录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shutil.rmtree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(path)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3" name="图片 2" descr="D:/新版课程资料/AI+数据分析研发/播仔最新素材库 - All update/播仔最新素材库 - All update/01 (48).png01 (48)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10996930" y="5445760"/>
            <a:ext cx="1195070" cy="119507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945932"/>
            <a:ext cx="6596655" cy="4511040"/>
          </a:xfrm>
        </p:spPr>
        <p:txBody>
          <a:bodyPr/>
          <a:lstStyle/>
          <a:p>
            <a:pPr marL="0" algn="l">
              <a:buFont typeface="Arial" panose="020B0604020202020204" pitchFamily="34" charset="0"/>
              <a:buAutoNum type="arabicPeriod"/>
            </a:pPr>
            <a:r>
              <a:rPr lang="zh-CN" altLang="en-US" dirty="0"/>
              <a:t>文件夹操作时，创建何种方法创建目录与删除目录？</a:t>
            </a:r>
            <a:endParaRPr lang="en-US" altLang="zh-CN" dirty="0"/>
          </a:p>
          <a:p>
            <a:pPr marL="0" indent="0" algn="l">
              <a:buNone/>
            </a:pPr>
            <a:r>
              <a:rPr lang="zh-CN" altLang="en-US" dirty="0"/>
              <a:t>答：</a:t>
            </a:r>
            <a:r>
              <a:rPr lang="en-US" altLang="zh-CN" dirty="0" err="1">
                <a:solidFill>
                  <a:srgbClr val="C00000"/>
                </a:solidFill>
              </a:rPr>
              <a:t>os.mkdir</a:t>
            </a:r>
            <a:r>
              <a:rPr lang="en-US" altLang="zh-CN" dirty="0">
                <a:solidFill>
                  <a:srgbClr val="C00000"/>
                </a:solidFill>
              </a:rPr>
              <a:t>()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zh-CN" altLang="en-US" dirty="0"/>
              <a:t>与 </a:t>
            </a:r>
            <a:r>
              <a:rPr lang="en-US" altLang="zh-CN" dirty="0" err="1">
                <a:solidFill>
                  <a:srgbClr val="C00000"/>
                </a:solidFill>
              </a:rPr>
              <a:t>os.rmdir</a:t>
            </a:r>
            <a:r>
              <a:rPr lang="en-US" altLang="zh-CN" dirty="0">
                <a:solidFill>
                  <a:srgbClr val="C00000"/>
                </a:solidFill>
              </a:rPr>
              <a:t>()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 algn="l">
              <a:buNone/>
            </a:pPr>
            <a:r>
              <a:rPr lang="en-US" altLang="zh-CN" dirty="0"/>
              <a:t>2.  </a:t>
            </a:r>
            <a:r>
              <a:rPr lang="en-US" altLang="zh-CN" dirty="0" err="1"/>
              <a:t>os.rmdir</a:t>
            </a:r>
            <a:r>
              <a:rPr lang="en-US" altLang="zh-CN" dirty="0"/>
              <a:t>()</a:t>
            </a:r>
            <a:r>
              <a:rPr lang="zh-CN" altLang="en-US" dirty="0"/>
              <a:t>只能用于删除空目录，如果要删除非空目录？</a:t>
            </a:r>
            <a:endParaRPr lang="zh-CN" altLang="en-US" dirty="0"/>
          </a:p>
          <a:p>
            <a:pPr marL="0" indent="0" algn="l">
              <a:buNone/>
            </a:pPr>
            <a:r>
              <a:rPr lang="zh-CN" altLang="en-US" dirty="0"/>
              <a:t>答：</a:t>
            </a:r>
            <a:r>
              <a:rPr lang="zh-CN" altLang="en-US" dirty="0">
                <a:solidFill>
                  <a:srgbClr val="C00000"/>
                </a:solidFill>
              </a:rPr>
              <a:t>① </a:t>
            </a:r>
            <a:r>
              <a:rPr lang="en-US" altLang="zh-CN" dirty="0">
                <a:solidFill>
                  <a:srgbClr val="C00000"/>
                </a:solidFill>
              </a:rPr>
              <a:t>import </a:t>
            </a:r>
            <a:r>
              <a:rPr lang="en-US" altLang="zh-CN" dirty="0" err="1">
                <a:solidFill>
                  <a:srgbClr val="C00000"/>
                </a:solidFill>
              </a:rPr>
              <a:t>shutil</a:t>
            </a:r>
            <a:r>
              <a:rPr lang="en-US" altLang="zh-CN" dirty="0">
                <a:solidFill>
                  <a:srgbClr val="C00000"/>
                </a:solidFill>
              </a:rPr>
              <a:t>  </a:t>
            </a:r>
            <a:r>
              <a:rPr lang="zh-CN" altLang="en-US" dirty="0">
                <a:solidFill>
                  <a:srgbClr val="C00000"/>
                </a:solidFill>
              </a:rPr>
              <a:t>② </a:t>
            </a:r>
            <a:r>
              <a:rPr lang="en-US" altLang="zh-CN" dirty="0" err="1">
                <a:solidFill>
                  <a:srgbClr val="C00000"/>
                </a:solidFill>
              </a:rPr>
              <a:t>shutil.rmtree</a:t>
            </a:r>
            <a:r>
              <a:rPr lang="en-US" altLang="zh-CN" dirty="0">
                <a:solidFill>
                  <a:srgbClr val="C00000"/>
                </a:solidFill>
              </a:rPr>
              <a:t>()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 algn="l">
              <a:buNone/>
            </a:pPr>
            <a:r>
              <a:rPr lang="en-US" altLang="zh-CN" dirty="0"/>
              <a:t>3. </a:t>
            </a:r>
            <a:r>
              <a:rPr lang="zh-CN" altLang="en-US" dirty="0"/>
              <a:t>如何切换目录与列出目录中的所有文件？</a:t>
            </a:r>
            <a:endParaRPr lang="en-US" altLang="zh-CN" dirty="0"/>
          </a:p>
          <a:p>
            <a:pPr marL="0" indent="0" algn="l">
              <a:buNone/>
            </a:pPr>
            <a:r>
              <a:rPr lang="zh-CN" altLang="en-US" dirty="0"/>
              <a:t>答：</a:t>
            </a:r>
            <a:r>
              <a:rPr lang="en-US" altLang="zh-CN" dirty="0" err="1">
                <a:solidFill>
                  <a:srgbClr val="C00000"/>
                </a:solidFill>
              </a:rPr>
              <a:t>os.chdir</a:t>
            </a:r>
            <a:r>
              <a:rPr lang="en-US" altLang="zh-CN" dirty="0">
                <a:solidFill>
                  <a:srgbClr val="C00000"/>
                </a:solidFill>
              </a:rPr>
              <a:t>() </a:t>
            </a:r>
            <a:r>
              <a:rPr lang="zh-CN" altLang="en-US" dirty="0">
                <a:solidFill>
                  <a:srgbClr val="C00000"/>
                </a:solidFill>
              </a:rPr>
              <a:t>与 </a:t>
            </a:r>
            <a:r>
              <a:rPr lang="en-US" altLang="zh-CN" dirty="0" err="1">
                <a:solidFill>
                  <a:srgbClr val="C00000"/>
                </a:solidFill>
              </a:rPr>
              <a:t>os.listdir</a:t>
            </a:r>
            <a:r>
              <a:rPr lang="en-US" altLang="zh-CN" dirty="0">
                <a:solidFill>
                  <a:srgbClr val="C00000"/>
                </a:solidFill>
              </a:rPr>
              <a:t>()</a:t>
            </a:r>
            <a:endParaRPr lang="en-US" altLang="zh-CN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22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233161_1*n_h_h_f*1_2_2_1"/>
  <p:tag name="KSO_WM_TEMPLATE_CATEGORY" val="diagram"/>
  <p:tag name="KSO_WM_TEMPLATE_INDEX" val="20233161"/>
  <p:tag name="KSO_WM_UNIT_LAYERLEVEL" val="1_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331.2160996401675,&quot;left&quot;:62.6,&quot;top&quot;:131.45,&quot;width&quot;:794.5766141732283}"/>
  <p:tag name="KSO_WM_DIAGRAM_COLOR_MATCH_VALUE" val="{&quot;shape&quot;:{&quot;fill&quot;:{&quot;gradient&quot;:[{&quot;brightness&quot;:0.4000000059604645,&quot;colorType&quot;:1,&quot;foreColorIndex&quot;:5,&quot;pos&quot;:0.699999988079071,&quot;transparency&quot;:1},{&quot;brightness&quot;:0.4000000059604645,&quot;colorType&quot;:1,&quot;foreColorIndex&quot;:5,&quot;pos&quot;:0,&quot;transparency&quot;:0.69999998807907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，以便观者准确地理解您传达的思想，单击此处添加文本具体内容，简明扼要地阐述您的观点，根据需要可酌情增减文字。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22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233161_1*n_h_h_f*1_2_1_1"/>
  <p:tag name="KSO_WM_TEMPLATE_CATEGORY" val="diagram"/>
  <p:tag name="KSO_WM_TEMPLATE_INDEX" val="20233161"/>
  <p:tag name="KSO_WM_UNIT_LAYERLEVEL" val="1_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331.2160996401675,&quot;left&quot;:62.6,&quot;top&quot;:131.45,&quot;width&quot;:794.5766141732283}"/>
  <p:tag name="KSO_WM_DIAGRAM_COLOR_MATCH_VALUE" val="{&quot;shape&quot;:{&quot;fill&quot;:{&quot;gradient&quot;:[{&quot;brightness&quot;:0.4000000059604645,&quot;colorType&quot;:1,&quot;foreColorIndex&quot;:5,&quot;pos&quot;:0.30000001192092896,&quot;transparency&quot;:1},{&quot;brightness&quot;:0.4000000059604645,&quot;colorType&quot;:1,&quot;foreColorIndex&quot;:5,&quot;pos&quot;:1,&quot;transparency&quot;:0.69999998807907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，以便观者准确地理解您传达的思想，单击此处添加文本具体内容，简明扼要地阐述您的观点，根据需要可酌情增减文字。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5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20233161_1*n_h_a*1_1_1"/>
  <p:tag name="KSO_WM_TEMPLATE_CATEGORY" val="diagram"/>
  <p:tag name="KSO_WM_TEMPLATE_INDEX" val="20233161"/>
  <p:tag name="KSO_WM_UNIT_LAYERLEVEL" val="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331.2160996401675,&quot;left&quot;:62.6,&quot;top&quot;:131.45,&quot;width&quot;:794.576614173228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.xml><?xml version="1.0" encoding="utf-8"?>
<p:tagLst xmlns:p="http://schemas.openxmlformats.org/presentationml/2006/main">
  <p:tag name="RESOURCE_RECORD_KEY" val="{&quot;70&quot;:[3322129]}"/>
</p:tagLst>
</file>

<file path=ppt/tags/tag5.xml><?xml version="1.0" encoding="utf-8"?>
<p:tagLst xmlns:p="http://schemas.openxmlformats.org/presentationml/2006/main">
  <p:tag name="KSO_WPP_MARK_KEY" val="79ec0348-7fe0-4998-b354-3435b7434a2e"/>
  <p:tag name="COMMONDATA" val="eyJoZGlkIjoiZjFlMjg2MmYxODM4Yjk5ZDc5MGVmYjg0M2JjYjM0MTg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3500</Words>
  <Application>WPS 演示</Application>
  <PresentationFormat>宽屏</PresentationFormat>
  <Paragraphs>355</Paragraphs>
  <Slides>33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33</vt:i4>
      </vt:variant>
    </vt:vector>
  </HeadingPairs>
  <TitlesOfParts>
    <vt:vector size="58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华文楷体</vt:lpstr>
      <vt:lpstr>Alibaba PuHuiTi</vt:lpstr>
      <vt:lpstr>Alibaba PuHuiTi M</vt:lpstr>
      <vt:lpstr>Segoe UI Light</vt:lpstr>
      <vt:lpstr>微软雅黑 Light</vt:lpstr>
      <vt:lpstr>Arial Unicode MS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Python文件操作</vt:lpstr>
      <vt:lpstr>PowerPoint 演示文稿</vt:lpstr>
      <vt:lpstr>PowerPoint 演示文稿</vt:lpstr>
      <vt:lpstr>文件操作概述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文件的基本操作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文件备份案例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武常斌</cp:lastModifiedBy>
  <cp:revision>827</cp:revision>
  <dcterms:created xsi:type="dcterms:W3CDTF">2020-03-31T02:23:00Z</dcterms:created>
  <dcterms:modified xsi:type="dcterms:W3CDTF">2025-03-25T10:42:53Z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7378E691BE2B460B9F5508E4FB248826</vt:lpwstr>
  </property>
  <property fmtid="{D5CDD505-2E9C-101B-9397-08002B2CF9AE}" pid="3" name="KSOProductBuildVer">
    <vt:lpwstr>2052-12.1.0.20305</vt:lpwstr>
  </property>
</Properties>
</file>