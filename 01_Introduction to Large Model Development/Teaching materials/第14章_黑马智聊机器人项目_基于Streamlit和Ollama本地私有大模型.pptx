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3.svg" ContentType="image/svg+xml"/>
  <Override PartName="/ppt/media/image5.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73" r:id="rId4"/>
    <p:sldMasterId id="2147483676" r:id="rId5"/>
    <p:sldMasterId id="2147483696" r:id="rId6"/>
    <p:sldMasterId id="2147483716" r:id="rId7"/>
    <p:sldMasterId id="2147483736" r:id="rId8"/>
    <p:sldMasterId id="2147483756" r:id="rId9"/>
    <p:sldMasterId id="2147483777" r:id="rId10"/>
  </p:sldMasterIdLst>
  <p:notesMasterIdLst>
    <p:notesMasterId r:id="rId32"/>
  </p:notesMasterIdLst>
  <p:handoutMasterIdLst>
    <p:handoutMasterId r:id="rId33"/>
  </p:handoutMasterIdLst>
  <p:sldIdLst>
    <p:sldId id="847" r:id="rId11"/>
    <p:sldId id="913" r:id="rId12"/>
    <p:sldId id="1020" r:id="rId13"/>
    <p:sldId id="848" r:id="rId14"/>
    <p:sldId id="849" r:id="rId15"/>
    <p:sldId id="1019" r:id="rId16"/>
    <p:sldId id="700" r:id="rId17"/>
    <p:sldId id="702" r:id="rId18"/>
    <p:sldId id="703" r:id="rId19"/>
    <p:sldId id="704" r:id="rId20"/>
    <p:sldId id="705" r:id="rId21"/>
    <p:sldId id="711" r:id="rId22"/>
    <p:sldId id="1014" r:id="rId23"/>
    <p:sldId id="1018" r:id="rId24"/>
    <p:sldId id="1016" r:id="rId25"/>
    <p:sldId id="1022" r:id="rId26"/>
    <p:sldId id="1023" r:id="rId27"/>
    <p:sldId id="627" r:id="rId28"/>
    <p:sldId id="1024" r:id="rId29"/>
    <p:sldId id="714" r:id="rId30"/>
    <p:sldId id="264" r:id="rId31"/>
  </p:sldIdLst>
  <p:sldSz cx="12192000"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李 晓宇" initials="李" lastIdx="1" clrIdx="0"/>
  <p:cmAuthor id="2" name="作者" initials="A" lastIdx="0" clrIdx="1"/>
  <p:cmAuthor id="0" name="china" initials="c"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2B26"/>
    <a:srgbClr val="B70004"/>
    <a:srgbClr val="AD2A26"/>
    <a:srgbClr val="4C5252"/>
    <a:srgbClr val="FFFFE4"/>
    <a:srgbClr val="F9F9F9"/>
    <a:srgbClr val="8A8A8A"/>
    <a:srgbClr val="48504F"/>
    <a:srgbClr val="B60206"/>
    <a:srgbClr val="4950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74" autoAdjust="0"/>
    <p:restoredTop sz="95852" autoAdjust="0"/>
  </p:normalViewPr>
  <p:slideViewPr>
    <p:cSldViewPr snapToGrid="0">
      <p:cViewPr varScale="1">
        <p:scale>
          <a:sx n="110" d="100"/>
          <a:sy n="110" d="100"/>
        </p:scale>
        <p:origin x="148" y="24"/>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97" d="100"/>
          <a:sy n="97" d="100"/>
        </p:scale>
        <p:origin x="3416" y="19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8" Type="http://schemas.openxmlformats.org/officeDocument/2006/relationships/tags" Target="tags/tag12.xml"/><Relationship Id="rId37" Type="http://schemas.openxmlformats.org/officeDocument/2006/relationships/commentAuthors" Target="commentAuthors.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handoutMaster" Target="handoutMasters/handoutMaster1.xml"/><Relationship Id="rId32" Type="http://schemas.openxmlformats.org/officeDocument/2006/relationships/notesMaster" Target="notesMasters/notesMaster1.xml"/><Relationship Id="rId31" Type="http://schemas.openxmlformats.org/officeDocument/2006/relationships/slide" Target="slides/slide21.xml"/><Relationship Id="rId30" Type="http://schemas.openxmlformats.org/officeDocument/2006/relationships/slide" Target="slides/slide20.xml"/><Relationship Id="rId3" Type="http://schemas.openxmlformats.org/officeDocument/2006/relationships/slideMaster" Target="slideMasters/slideMaster2.xml"/><Relationship Id="rId29" Type="http://schemas.openxmlformats.org/officeDocument/2006/relationships/slide" Target="slides/slide19.xml"/><Relationship Id="rId28" Type="http://schemas.openxmlformats.org/officeDocument/2006/relationships/slide" Target="slides/slide18.xml"/><Relationship Id="rId27" Type="http://schemas.openxmlformats.org/officeDocument/2006/relationships/slide" Target="slides/slide17.xml"/><Relationship Id="rId26" Type="http://schemas.openxmlformats.org/officeDocument/2006/relationships/slide" Target="slides/slide16.xml"/><Relationship Id="rId25" Type="http://schemas.openxmlformats.org/officeDocument/2006/relationships/slide" Target="slides/slide15.xml"/><Relationship Id="rId24" Type="http://schemas.openxmlformats.org/officeDocument/2006/relationships/slide" Target="slides/slide14.xml"/><Relationship Id="rId23" Type="http://schemas.openxmlformats.org/officeDocument/2006/relationships/slide" Target="slides/slide13.xml"/><Relationship Id="rId22" Type="http://schemas.openxmlformats.org/officeDocument/2006/relationships/slide" Target="slides/slide12.xml"/><Relationship Id="rId21" Type="http://schemas.openxmlformats.org/officeDocument/2006/relationships/slide" Target="slides/slide11.xml"/><Relationship Id="rId20" Type="http://schemas.openxmlformats.org/officeDocument/2006/relationships/slide" Target="slides/slide10.xml"/><Relationship Id="rId2" Type="http://schemas.openxmlformats.org/officeDocument/2006/relationships/theme" Target="theme/theme1.xml"/><Relationship Id="rId19" Type="http://schemas.openxmlformats.org/officeDocument/2006/relationships/slide" Target="slides/slide9.xml"/><Relationship Id="rId18" Type="http://schemas.openxmlformats.org/officeDocument/2006/relationships/slide" Target="slides/slide8.xml"/><Relationship Id="rId17" Type="http://schemas.openxmlformats.org/officeDocument/2006/relationships/slide" Target="slides/slide7.xml"/><Relationship Id="rId16" Type="http://schemas.openxmlformats.org/officeDocument/2006/relationships/slide" Target="slides/slide6.xml"/><Relationship Id="rId15" Type="http://schemas.openxmlformats.org/officeDocument/2006/relationships/slide" Target="slides/slide5.xml"/><Relationship Id="rId14" Type="http://schemas.openxmlformats.org/officeDocument/2006/relationships/slide" Target="slides/slide4.xml"/><Relationship Id="rId13" Type="http://schemas.openxmlformats.org/officeDocument/2006/relationships/slide" Target="slides/slide3.xml"/><Relationship Id="rId12" Type="http://schemas.openxmlformats.org/officeDocument/2006/relationships/slide" Target="slides/slide2.xml"/><Relationship Id="rId11" Type="http://schemas.openxmlformats.org/officeDocument/2006/relationships/slide" Target="slides/slide1.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tags" Target="../tags/tag4.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8.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1.xml.rels><?xml version="1.0" encoding="UTF-8" standalone="yes"?>
<Relationships xmlns="http://schemas.openxmlformats.org/package/2006/relationships"><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8.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9.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1.xml.rels><?xml version="1.0" encoding="UTF-8" standalone="yes"?>
<Relationships xmlns="http://schemas.openxmlformats.org/package/2006/relationships"><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主标题</a:t>
            </a:r>
            <a:endParaRPr kumimoji="1" lang="zh-CN" altLang="en-US" dirty="0"/>
          </a:p>
        </p:txBody>
      </p:sp>
      <p:sp>
        <p:nvSpPr>
          <p:cNvPr id="3" name="文本占位符 3"/>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stStyle>
          <a:p>
            <a:pPr lvl="0"/>
            <a:r>
              <a:rPr kumimoji="1" lang="zh-CN" altLang="en-US" dirty="0"/>
              <a:t>副标题内容，如若没有可以删除</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32322" y="2533483"/>
            <a:ext cx="10541000" cy="1158875"/>
          </a:xfrm>
          <a:prstGeom prst="rect">
            <a:avLst/>
          </a:prstGeom>
        </p:spPr>
        <p:txBody>
          <a:bodyPr anchor="ctr"/>
          <a:lstStyle>
            <a:lvl1pPr>
              <a:defRPr sz="7200" b="0" i="0">
                <a:solidFill>
                  <a:schemeClr val="tx1">
                    <a:lumMod val="85000"/>
                    <a:lumOff val="1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r>
              <a:rPr kumimoji="1" lang="zh-CN" altLang="en-US" dirty="0"/>
              <a:t>主标题</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
        <p:nvSpPr>
          <p:cNvPr id="3" name="椭圆 2"/>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4" name="文本框 3"/>
          <p:cNvSpPr txBox="1"/>
          <p:nvPr userDrawn="1"/>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5" name="文本框 4"/>
          <p:cNvSpPr txBox="1"/>
          <p:nvPr userDrawn="1"/>
        </p:nvSpPr>
        <p:spPr>
          <a:xfrm>
            <a:off x="702992" y="2983479"/>
            <a:ext cx="3873724" cy="430887"/>
          </a:xfrm>
          <a:prstGeom prst="rect">
            <a:avLst/>
          </a:prstGeom>
          <a:noFill/>
          <a:ln>
            <a:noFill/>
          </a:ln>
        </p:spPr>
        <p:txBody>
          <a:bodyPr wrap="square" rtlCol="0">
            <a:spAutoFit/>
          </a:bodyPr>
          <a:lstStyle/>
          <a:p>
            <a:pPr algn="ctr"/>
            <a:r>
              <a:rPr lang="en-US" altLang="zh-CN"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2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6" name="直接连接符 2"/>
          <p:cNvCxnSpPr/>
          <p:nvPr userDrawn="1"/>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7" name="图形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7200" y="1087200"/>
            <a:ext cx="6300000" cy="4856400"/>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grpSp>
        <p:nvGrpSpPr>
          <p:cNvPr id="5" name="组合 4"/>
          <p:cNvGrpSpPr/>
          <p:nvPr userDrawn="1"/>
        </p:nvGrpSpPr>
        <p:grpSpPr>
          <a:xfrm>
            <a:off x="2126595" y="2332800"/>
            <a:ext cx="2280944" cy="1113265"/>
            <a:chOff x="1984355" y="1296229"/>
            <a:chExt cx="2280944" cy="1113265"/>
          </a:xfrm>
        </p:grpSpPr>
        <p:sp>
          <p:nvSpPr>
            <p:cNvPr id="6" name="文本框 5"/>
            <p:cNvSpPr txBox="1"/>
            <p:nvPr/>
          </p:nvSpPr>
          <p:spPr>
            <a:xfrm>
              <a:off x="2549296" y="1296229"/>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endParaRPr lang="zh-CN" altLang="en-US" sz="4200" b="1" i="0" dirty="0">
                <a:latin typeface="Alibaba PuHuiTi B" pitchFamily="18" charset="-122"/>
                <a:ea typeface="Alibaba PuHuiTi B" pitchFamily="18" charset="-122"/>
                <a:cs typeface="Alibaba PuHuiTi B" pitchFamily="18" charset="-122"/>
              </a:endParaRPr>
            </a:p>
          </p:txBody>
        </p:sp>
        <p:sp>
          <p:nvSpPr>
            <p:cNvPr id="7" name="文本框 6"/>
            <p:cNvSpPr txBox="1"/>
            <p:nvPr/>
          </p:nvSpPr>
          <p:spPr>
            <a:xfrm>
              <a:off x="1984355" y="1947829"/>
              <a:ext cx="1833941" cy="461665"/>
            </a:xfrm>
            <a:prstGeom prst="rect">
              <a:avLst/>
            </a:prstGeom>
            <a:noFill/>
            <a:ln>
              <a:noFill/>
            </a:ln>
          </p:spPr>
          <p:txBody>
            <a:bodyPr wrap="square" rtlCol="0">
              <a:spAutoFit/>
            </a:bodyPr>
            <a:lstStyle/>
            <a:p>
              <a:pPr algn="ctr"/>
              <a:r>
                <a:rPr lang="en-US" altLang="zh-CN" sz="24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4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9"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六边形 9"/>
            <p:cNvSpPr/>
            <p:nvPr/>
          </p:nvSpPr>
          <p:spPr>
            <a:xfrm rot="5400000">
              <a:off x="2142134" y="1454629"/>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p:nvSpPr>
          <p:spPr>
            <a:xfrm rot="5400000">
              <a:off x="2037082" y="1659829"/>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章节标题">
    <p:spTree>
      <p:nvGrpSpPr>
        <p:cNvPr id="1" name=""/>
        <p:cNvGrpSpPr/>
        <p:nvPr/>
      </p:nvGrpSpPr>
      <p:grpSpPr>
        <a:xfrm>
          <a:off x="0" y="0"/>
          <a:ext cx="0" cy="0"/>
          <a:chOff x="0" y="0"/>
          <a:chExt cx="0" cy="0"/>
        </a:xfrm>
      </p:grpSpPr>
      <p:sp>
        <p:nvSpPr>
          <p:cNvPr id="4" name="六边形 3"/>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
        <p:nvSpPr>
          <p:cNvPr id="5" name="六边形 4"/>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章节标题+二级标题">
    <p:spTree>
      <p:nvGrpSpPr>
        <p:cNvPr id="1" name=""/>
        <p:cNvGrpSpPr/>
        <p:nvPr/>
      </p:nvGrpSpPr>
      <p:grpSpPr>
        <a:xfrm>
          <a:off x="0" y="0"/>
          <a:ext cx="0" cy="0"/>
          <a:chOff x="0" y="0"/>
          <a:chExt cx="0" cy="0"/>
        </a:xfrm>
      </p:grpSpPr>
      <p:sp>
        <p:nvSpPr>
          <p:cNvPr id="5" name="六边形 4"/>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
        <p:nvSpPr>
          <p:cNvPr id="6" name="六边形 5"/>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591200"/>
            <a:ext cx="107208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590102"/>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119"/>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591200"/>
            <a:ext cx="10720800" cy="4550400"/>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233"/>
            <a:ext cx="10719119"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591200"/>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79" y="1591200"/>
            <a:ext cx="107208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79" y="1000749"/>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1002232"/>
            <a:ext cx="10719119"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1591199"/>
            <a:ext cx="10720800" cy="4550400"/>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1591200"/>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105625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800"/>
            <a:ext cx="921423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1060146"/>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5200"/>
            <a:ext cx="921423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marL="0" lvl="0" indent="0">
              <a:spcBef>
                <a:spcPct val="0"/>
              </a:spcBef>
              <a:buNone/>
            </a:pPr>
            <a:r>
              <a:rPr lang="zh-CN" altLang="en-US" dirty="0"/>
              <a:t>步骤标题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799"/>
            <a:ext cx="92160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50840"/>
            <a:ext cx="201682" cy="20168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1054782"/>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5200"/>
            <a:ext cx="921423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799"/>
            <a:ext cx="92160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六边形 23"/>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1013943" y="3138371"/>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308178"/>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55362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3963112"/>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1924996"/>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255023"/>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2953096"/>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3896183"/>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003998"/>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111232"/>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025081"/>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401118"/>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33" name="标题占位符 1"/>
          <p:cNvSpPr txBox="1">
            <a:spLocks noChangeArrowheads="1"/>
          </p:cNvSpPr>
          <p:nvPr userDrawn="1"/>
        </p:nvSpPr>
        <p:spPr bwMode="auto">
          <a:xfrm>
            <a:off x="1938193" y="254311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329809"/>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90218" y="7317383"/>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94218" y="7317383"/>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55818" y="7317383"/>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838200" y="1825625"/>
            <a:ext cx="10515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BA28A5B4-425F-4967-9BA7-B929EDDD6DBE}"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AF830AE1-BF4F-4B42-8F9F-37C32521EDE1}"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2400" b="1"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2" name="矩形 1"/>
          <p:cNvSpPr/>
          <p:nvPr userDrawn="1">
            <p:custDataLst>
              <p:tags r:id="rId2"/>
            </p:custDataLst>
          </p:nvPr>
        </p:nvSpPr>
        <p:spPr>
          <a:xfrm>
            <a:off x="542715" y="1069976"/>
            <a:ext cx="76410" cy="27305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
        <p:nvSpPr>
          <p:cNvPr id="3" name="椭圆 2"/>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4" name="文本框 3"/>
          <p:cNvSpPr txBox="1"/>
          <p:nvPr userDrawn="1"/>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5" name="文本框 4"/>
          <p:cNvSpPr txBox="1"/>
          <p:nvPr userDrawn="1"/>
        </p:nvSpPr>
        <p:spPr>
          <a:xfrm>
            <a:off x="702992" y="2983479"/>
            <a:ext cx="3873724" cy="430887"/>
          </a:xfrm>
          <a:prstGeom prst="rect">
            <a:avLst/>
          </a:prstGeom>
          <a:noFill/>
          <a:ln>
            <a:noFill/>
          </a:ln>
        </p:spPr>
        <p:txBody>
          <a:bodyPr wrap="square" rtlCol="0">
            <a:spAutoFit/>
          </a:bodyPr>
          <a:lstStyle/>
          <a:p>
            <a:pPr algn="ctr"/>
            <a:r>
              <a:rPr lang="en-US" altLang="zh-CN"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2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6" name="直接连接符 2"/>
          <p:cNvCxnSpPr/>
          <p:nvPr userDrawn="1"/>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7" name="图形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7200" y="1087200"/>
            <a:ext cx="6300000" cy="4856400"/>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grpSp>
        <p:nvGrpSpPr>
          <p:cNvPr id="5" name="组合 4"/>
          <p:cNvGrpSpPr/>
          <p:nvPr userDrawn="1"/>
        </p:nvGrpSpPr>
        <p:grpSpPr>
          <a:xfrm>
            <a:off x="2126595" y="2332800"/>
            <a:ext cx="2280944" cy="1113265"/>
            <a:chOff x="1984355" y="1296229"/>
            <a:chExt cx="2280944" cy="1113265"/>
          </a:xfrm>
        </p:grpSpPr>
        <p:sp>
          <p:nvSpPr>
            <p:cNvPr id="6" name="文本框 5"/>
            <p:cNvSpPr txBox="1"/>
            <p:nvPr/>
          </p:nvSpPr>
          <p:spPr>
            <a:xfrm>
              <a:off x="2549296" y="1296229"/>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endParaRPr lang="zh-CN" altLang="en-US" sz="4200" b="1" i="0" dirty="0">
                <a:latin typeface="Alibaba PuHuiTi B" pitchFamily="18" charset="-122"/>
                <a:ea typeface="Alibaba PuHuiTi B" pitchFamily="18" charset="-122"/>
                <a:cs typeface="Alibaba PuHuiTi B" pitchFamily="18" charset="-122"/>
              </a:endParaRPr>
            </a:p>
          </p:txBody>
        </p:sp>
        <p:sp>
          <p:nvSpPr>
            <p:cNvPr id="7" name="文本框 6"/>
            <p:cNvSpPr txBox="1"/>
            <p:nvPr/>
          </p:nvSpPr>
          <p:spPr>
            <a:xfrm>
              <a:off x="1984355" y="1947829"/>
              <a:ext cx="1833941" cy="461665"/>
            </a:xfrm>
            <a:prstGeom prst="rect">
              <a:avLst/>
            </a:prstGeom>
            <a:noFill/>
            <a:ln>
              <a:noFill/>
            </a:ln>
          </p:spPr>
          <p:txBody>
            <a:bodyPr wrap="square" rtlCol="0">
              <a:spAutoFit/>
            </a:bodyPr>
            <a:lstStyle/>
            <a:p>
              <a:pPr algn="ctr"/>
              <a:r>
                <a:rPr lang="en-US" altLang="zh-CN" sz="24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4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9"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六边形 9"/>
            <p:cNvSpPr/>
            <p:nvPr/>
          </p:nvSpPr>
          <p:spPr>
            <a:xfrm rot="5400000">
              <a:off x="2142134" y="1454629"/>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p:nvSpPr>
          <p:spPr>
            <a:xfrm rot="5400000">
              <a:off x="2037082" y="1659829"/>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章节标题">
    <p:spTree>
      <p:nvGrpSpPr>
        <p:cNvPr id="1" name=""/>
        <p:cNvGrpSpPr/>
        <p:nvPr/>
      </p:nvGrpSpPr>
      <p:grpSpPr>
        <a:xfrm>
          <a:off x="0" y="0"/>
          <a:ext cx="0" cy="0"/>
          <a:chOff x="0" y="0"/>
          <a:chExt cx="0" cy="0"/>
        </a:xfrm>
      </p:grpSpPr>
      <p:sp>
        <p:nvSpPr>
          <p:cNvPr id="4" name="六边形 3"/>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
        <p:nvSpPr>
          <p:cNvPr id="5" name="六边形 4"/>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章节标题+二级标题">
    <p:spTree>
      <p:nvGrpSpPr>
        <p:cNvPr id="1" name=""/>
        <p:cNvGrpSpPr/>
        <p:nvPr/>
      </p:nvGrpSpPr>
      <p:grpSpPr>
        <a:xfrm>
          <a:off x="0" y="0"/>
          <a:ext cx="0" cy="0"/>
          <a:chOff x="0" y="0"/>
          <a:chExt cx="0" cy="0"/>
        </a:xfrm>
      </p:grpSpPr>
      <p:sp>
        <p:nvSpPr>
          <p:cNvPr id="5" name="六边形 4"/>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
        <p:nvSpPr>
          <p:cNvPr id="6" name="六边形 5"/>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591200"/>
            <a:ext cx="107208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590102"/>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119"/>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591200"/>
            <a:ext cx="10720800" cy="4550400"/>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233"/>
            <a:ext cx="10719119"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591200"/>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79" y="1591200"/>
            <a:ext cx="107208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79" y="1000749"/>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1002232"/>
            <a:ext cx="10719119"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1591199"/>
            <a:ext cx="10720800" cy="4550400"/>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1591200"/>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105625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800"/>
            <a:ext cx="921423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1060146"/>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5200"/>
            <a:ext cx="921423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marL="0" lvl="0" indent="0">
              <a:spcBef>
                <a:spcPct val="0"/>
              </a:spcBef>
              <a:buNone/>
            </a:pPr>
            <a:r>
              <a:rPr lang="zh-CN" altLang="en-US" dirty="0"/>
              <a:t>步骤标题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799"/>
            <a:ext cx="92160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50840"/>
            <a:ext cx="201682" cy="201682"/>
          </a:xfrm>
          <a:prstGeom prst="rect">
            <a:avLst/>
          </a:prstGeom>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1054782"/>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5200"/>
            <a:ext cx="921423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799"/>
            <a:ext cx="92160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六边形 23"/>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1013943" y="3138371"/>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308178"/>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55362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3963112"/>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1924996"/>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255023"/>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2953096"/>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3896183"/>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003998"/>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111232"/>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025081"/>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401118"/>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33" name="标题占位符 1"/>
          <p:cNvSpPr txBox="1">
            <a:spLocks noChangeArrowheads="1"/>
          </p:cNvSpPr>
          <p:nvPr userDrawn="1"/>
        </p:nvSpPr>
        <p:spPr bwMode="auto">
          <a:xfrm>
            <a:off x="1938193" y="254311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329809"/>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
        <p:nvSpPr>
          <p:cNvPr id="3" name="椭圆 2"/>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4" name="文本框 3"/>
          <p:cNvSpPr txBox="1"/>
          <p:nvPr userDrawn="1"/>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5" name="文本框 4"/>
          <p:cNvSpPr txBox="1"/>
          <p:nvPr userDrawn="1"/>
        </p:nvSpPr>
        <p:spPr>
          <a:xfrm>
            <a:off x="702992" y="2983479"/>
            <a:ext cx="3873724" cy="430887"/>
          </a:xfrm>
          <a:prstGeom prst="rect">
            <a:avLst/>
          </a:prstGeom>
          <a:noFill/>
          <a:ln>
            <a:noFill/>
          </a:ln>
        </p:spPr>
        <p:txBody>
          <a:bodyPr wrap="square" rtlCol="0">
            <a:spAutoFit/>
          </a:bodyPr>
          <a:lstStyle/>
          <a:p>
            <a:pPr algn="ctr"/>
            <a:r>
              <a:rPr lang="en-US" altLang="zh-CN"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2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6" name="直接连接符 2"/>
          <p:cNvCxnSpPr/>
          <p:nvPr userDrawn="1"/>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7" name="图形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7200" y="1087200"/>
            <a:ext cx="6300000" cy="4856400"/>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grpSp>
        <p:nvGrpSpPr>
          <p:cNvPr id="5" name="组合 4"/>
          <p:cNvGrpSpPr/>
          <p:nvPr userDrawn="1"/>
        </p:nvGrpSpPr>
        <p:grpSpPr>
          <a:xfrm>
            <a:off x="2126595" y="2332800"/>
            <a:ext cx="2280944" cy="1113265"/>
            <a:chOff x="1984355" y="1296229"/>
            <a:chExt cx="2280944" cy="1113265"/>
          </a:xfrm>
        </p:grpSpPr>
        <p:sp>
          <p:nvSpPr>
            <p:cNvPr id="6" name="文本框 5"/>
            <p:cNvSpPr txBox="1"/>
            <p:nvPr/>
          </p:nvSpPr>
          <p:spPr>
            <a:xfrm>
              <a:off x="2549296" y="1296229"/>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endParaRPr lang="zh-CN" altLang="en-US" sz="4200" b="1" i="0" dirty="0">
                <a:latin typeface="Alibaba PuHuiTi B" pitchFamily="18" charset="-122"/>
                <a:ea typeface="Alibaba PuHuiTi B" pitchFamily="18" charset="-122"/>
                <a:cs typeface="Alibaba PuHuiTi B" pitchFamily="18" charset="-122"/>
              </a:endParaRPr>
            </a:p>
          </p:txBody>
        </p:sp>
        <p:sp>
          <p:nvSpPr>
            <p:cNvPr id="7" name="文本框 6"/>
            <p:cNvSpPr txBox="1"/>
            <p:nvPr/>
          </p:nvSpPr>
          <p:spPr>
            <a:xfrm>
              <a:off x="1984355" y="1947829"/>
              <a:ext cx="1833941" cy="461665"/>
            </a:xfrm>
            <a:prstGeom prst="rect">
              <a:avLst/>
            </a:prstGeom>
            <a:noFill/>
            <a:ln>
              <a:noFill/>
            </a:ln>
          </p:spPr>
          <p:txBody>
            <a:bodyPr wrap="square" rtlCol="0">
              <a:spAutoFit/>
            </a:bodyPr>
            <a:lstStyle/>
            <a:p>
              <a:pPr algn="ctr"/>
              <a:r>
                <a:rPr lang="en-US" altLang="zh-CN" sz="24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4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9"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六边形 9"/>
            <p:cNvSpPr/>
            <p:nvPr/>
          </p:nvSpPr>
          <p:spPr>
            <a:xfrm rot="5400000">
              <a:off x="2142134" y="1454629"/>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p:nvSpPr>
          <p:spPr>
            <a:xfrm rot="5400000">
              <a:off x="2037082" y="1659829"/>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章节标题">
    <p:spTree>
      <p:nvGrpSpPr>
        <p:cNvPr id="1" name=""/>
        <p:cNvGrpSpPr/>
        <p:nvPr/>
      </p:nvGrpSpPr>
      <p:grpSpPr>
        <a:xfrm>
          <a:off x="0" y="0"/>
          <a:ext cx="0" cy="0"/>
          <a:chOff x="0" y="0"/>
          <a:chExt cx="0" cy="0"/>
        </a:xfrm>
      </p:grpSpPr>
      <p:sp>
        <p:nvSpPr>
          <p:cNvPr id="4" name="六边形 3"/>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
        <p:nvSpPr>
          <p:cNvPr id="5" name="六边形 4"/>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章节标题+二级标题">
    <p:spTree>
      <p:nvGrpSpPr>
        <p:cNvPr id="1" name=""/>
        <p:cNvGrpSpPr/>
        <p:nvPr/>
      </p:nvGrpSpPr>
      <p:grpSpPr>
        <a:xfrm>
          <a:off x="0" y="0"/>
          <a:ext cx="0" cy="0"/>
          <a:chOff x="0" y="0"/>
          <a:chExt cx="0" cy="0"/>
        </a:xfrm>
      </p:grpSpPr>
      <p:sp>
        <p:nvSpPr>
          <p:cNvPr id="5" name="六边形 4"/>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
        <p:nvSpPr>
          <p:cNvPr id="6" name="六边形 5"/>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591200"/>
            <a:ext cx="107208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590102"/>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119"/>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591200"/>
            <a:ext cx="10720800" cy="4550400"/>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233"/>
            <a:ext cx="10719119"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591200"/>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79" y="1591200"/>
            <a:ext cx="107208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79" y="1000749"/>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1002232"/>
            <a:ext cx="10719119"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1591199"/>
            <a:ext cx="10720800" cy="4550400"/>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1591200"/>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105625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800"/>
            <a:ext cx="921423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1060146"/>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5200"/>
            <a:ext cx="921423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marL="0" lvl="0" indent="0">
              <a:spcBef>
                <a:spcPct val="0"/>
              </a:spcBef>
              <a:buNone/>
            </a:pPr>
            <a:r>
              <a:rPr lang="zh-CN" altLang="en-US" dirty="0"/>
              <a:t>步骤标题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799"/>
            <a:ext cx="92160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50840"/>
            <a:ext cx="201682" cy="201682"/>
          </a:xfrm>
          <a:prstGeom prst="rect">
            <a:avLst/>
          </a:prstGeom>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1054782"/>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5200"/>
            <a:ext cx="921423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799"/>
            <a:ext cx="92160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六边形 23"/>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1013943" y="3138371"/>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308178"/>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55362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3963112"/>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1924996"/>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255023"/>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2953096"/>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3896183"/>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003998"/>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111232"/>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025081"/>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401118"/>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33" name="标题占位符 1"/>
          <p:cNvSpPr txBox="1">
            <a:spLocks noChangeArrowheads="1"/>
          </p:cNvSpPr>
          <p:nvPr userDrawn="1"/>
        </p:nvSpPr>
        <p:spPr bwMode="auto">
          <a:xfrm>
            <a:off x="1938193" y="254311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329809"/>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
        <p:nvSpPr>
          <p:cNvPr id="3" name="椭圆 2"/>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4" name="文本框 3"/>
          <p:cNvSpPr txBox="1"/>
          <p:nvPr userDrawn="1"/>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5" name="文本框 4"/>
          <p:cNvSpPr txBox="1"/>
          <p:nvPr userDrawn="1"/>
        </p:nvSpPr>
        <p:spPr>
          <a:xfrm>
            <a:off x="702992" y="2983479"/>
            <a:ext cx="3873724" cy="430887"/>
          </a:xfrm>
          <a:prstGeom prst="rect">
            <a:avLst/>
          </a:prstGeom>
          <a:noFill/>
          <a:ln>
            <a:noFill/>
          </a:ln>
        </p:spPr>
        <p:txBody>
          <a:bodyPr wrap="square" rtlCol="0">
            <a:spAutoFit/>
          </a:bodyPr>
          <a:lstStyle/>
          <a:p>
            <a:pPr algn="ctr"/>
            <a:r>
              <a:rPr lang="en-US" altLang="zh-CN"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2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6" name="直接连接符 2"/>
          <p:cNvCxnSpPr/>
          <p:nvPr userDrawn="1"/>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7" name="图形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7200" y="1087200"/>
            <a:ext cx="6300000" cy="4856400"/>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grpSp>
        <p:nvGrpSpPr>
          <p:cNvPr id="5" name="组合 4"/>
          <p:cNvGrpSpPr/>
          <p:nvPr userDrawn="1"/>
        </p:nvGrpSpPr>
        <p:grpSpPr>
          <a:xfrm>
            <a:off x="2126595" y="2332800"/>
            <a:ext cx="2280944" cy="1113265"/>
            <a:chOff x="1984355" y="1296229"/>
            <a:chExt cx="2280944" cy="1113265"/>
          </a:xfrm>
        </p:grpSpPr>
        <p:sp>
          <p:nvSpPr>
            <p:cNvPr id="6" name="文本框 5"/>
            <p:cNvSpPr txBox="1"/>
            <p:nvPr/>
          </p:nvSpPr>
          <p:spPr>
            <a:xfrm>
              <a:off x="2549296" y="1296229"/>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endParaRPr lang="zh-CN" altLang="en-US" sz="4200" b="1" i="0" dirty="0">
                <a:latin typeface="Alibaba PuHuiTi B" pitchFamily="18" charset="-122"/>
                <a:ea typeface="Alibaba PuHuiTi B" pitchFamily="18" charset="-122"/>
                <a:cs typeface="Alibaba PuHuiTi B" pitchFamily="18" charset="-122"/>
              </a:endParaRPr>
            </a:p>
          </p:txBody>
        </p:sp>
        <p:sp>
          <p:nvSpPr>
            <p:cNvPr id="7" name="文本框 6"/>
            <p:cNvSpPr txBox="1"/>
            <p:nvPr/>
          </p:nvSpPr>
          <p:spPr>
            <a:xfrm>
              <a:off x="1984355" y="1947829"/>
              <a:ext cx="1833941" cy="461665"/>
            </a:xfrm>
            <a:prstGeom prst="rect">
              <a:avLst/>
            </a:prstGeom>
            <a:noFill/>
            <a:ln>
              <a:noFill/>
            </a:ln>
          </p:spPr>
          <p:txBody>
            <a:bodyPr wrap="square" rtlCol="0">
              <a:spAutoFit/>
            </a:bodyPr>
            <a:lstStyle/>
            <a:p>
              <a:pPr algn="ctr"/>
              <a:r>
                <a:rPr lang="en-US" altLang="zh-CN" sz="24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4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9"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六边形 9"/>
            <p:cNvSpPr/>
            <p:nvPr/>
          </p:nvSpPr>
          <p:spPr>
            <a:xfrm rot="5400000">
              <a:off x="2142134" y="1454629"/>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p:nvSpPr>
          <p:spPr>
            <a:xfrm rot="5400000">
              <a:off x="2037082" y="1659829"/>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章节标题">
    <p:spTree>
      <p:nvGrpSpPr>
        <p:cNvPr id="1" name=""/>
        <p:cNvGrpSpPr/>
        <p:nvPr/>
      </p:nvGrpSpPr>
      <p:grpSpPr>
        <a:xfrm>
          <a:off x="0" y="0"/>
          <a:ext cx="0" cy="0"/>
          <a:chOff x="0" y="0"/>
          <a:chExt cx="0" cy="0"/>
        </a:xfrm>
      </p:grpSpPr>
      <p:sp>
        <p:nvSpPr>
          <p:cNvPr id="4" name="六边形 3"/>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
        <p:nvSpPr>
          <p:cNvPr id="5" name="六边形 4"/>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章节标题+二级标题">
    <p:spTree>
      <p:nvGrpSpPr>
        <p:cNvPr id="1" name=""/>
        <p:cNvGrpSpPr/>
        <p:nvPr/>
      </p:nvGrpSpPr>
      <p:grpSpPr>
        <a:xfrm>
          <a:off x="0" y="0"/>
          <a:ext cx="0" cy="0"/>
          <a:chOff x="0" y="0"/>
          <a:chExt cx="0" cy="0"/>
        </a:xfrm>
      </p:grpSpPr>
      <p:sp>
        <p:nvSpPr>
          <p:cNvPr id="5" name="六边形 4"/>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
        <p:nvSpPr>
          <p:cNvPr id="6" name="六边形 5"/>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591200"/>
            <a:ext cx="107208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590102"/>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119"/>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591200"/>
            <a:ext cx="10720800" cy="4550400"/>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233"/>
            <a:ext cx="10719119"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591200"/>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79" y="1591200"/>
            <a:ext cx="107208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79" y="1000749"/>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1002232"/>
            <a:ext cx="10719119"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1591199"/>
            <a:ext cx="10720800" cy="4550400"/>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1591200"/>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105625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800"/>
            <a:ext cx="921423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1060146"/>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5200"/>
            <a:ext cx="921423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marL="0" lvl="0" indent="0">
              <a:spcBef>
                <a:spcPct val="0"/>
              </a:spcBef>
              <a:buNone/>
            </a:pPr>
            <a:r>
              <a:rPr lang="zh-CN" altLang="en-US" dirty="0"/>
              <a:t>步骤标题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799"/>
            <a:ext cx="92160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50840"/>
            <a:ext cx="201682" cy="201682"/>
          </a:xfrm>
          <a:prstGeom prst="rect">
            <a:avLst/>
          </a:prstGeom>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1054782"/>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5200"/>
            <a:ext cx="921423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799"/>
            <a:ext cx="92160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六边形 23"/>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1013943" y="3138371"/>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308178"/>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55362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3963112"/>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1924996"/>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255023"/>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2953096"/>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3896183"/>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003998"/>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111232"/>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025081"/>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401118"/>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33" name="标题占位符 1"/>
          <p:cNvSpPr txBox="1">
            <a:spLocks noChangeArrowheads="1"/>
          </p:cNvSpPr>
          <p:nvPr userDrawn="1"/>
        </p:nvSpPr>
        <p:spPr bwMode="auto">
          <a:xfrm>
            <a:off x="1938193" y="254311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329809"/>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
        <p:nvSpPr>
          <p:cNvPr id="3" name="椭圆 2"/>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4" name="文本框 3"/>
          <p:cNvSpPr txBox="1"/>
          <p:nvPr userDrawn="1"/>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5" name="文本框 4"/>
          <p:cNvSpPr txBox="1"/>
          <p:nvPr userDrawn="1"/>
        </p:nvSpPr>
        <p:spPr>
          <a:xfrm>
            <a:off x="702992" y="2983479"/>
            <a:ext cx="3873724" cy="430887"/>
          </a:xfrm>
          <a:prstGeom prst="rect">
            <a:avLst/>
          </a:prstGeom>
          <a:noFill/>
          <a:ln>
            <a:noFill/>
          </a:ln>
        </p:spPr>
        <p:txBody>
          <a:bodyPr wrap="square" rtlCol="0">
            <a:spAutoFit/>
          </a:bodyPr>
          <a:lstStyle/>
          <a:p>
            <a:pPr algn="ctr"/>
            <a:r>
              <a:rPr lang="en-US" altLang="zh-CN"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2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6" name="直接连接符 2"/>
          <p:cNvCxnSpPr/>
          <p:nvPr userDrawn="1"/>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7" name="图形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7200" y="1087200"/>
            <a:ext cx="6300000" cy="4856400"/>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grpSp>
        <p:nvGrpSpPr>
          <p:cNvPr id="5" name="组合 4"/>
          <p:cNvGrpSpPr/>
          <p:nvPr userDrawn="1"/>
        </p:nvGrpSpPr>
        <p:grpSpPr>
          <a:xfrm>
            <a:off x="2126595" y="2332800"/>
            <a:ext cx="2280944" cy="1113265"/>
            <a:chOff x="1984355" y="1296229"/>
            <a:chExt cx="2280944" cy="1113265"/>
          </a:xfrm>
        </p:grpSpPr>
        <p:sp>
          <p:nvSpPr>
            <p:cNvPr id="6" name="文本框 5"/>
            <p:cNvSpPr txBox="1"/>
            <p:nvPr/>
          </p:nvSpPr>
          <p:spPr>
            <a:xfrm>
              <a:off x="2549296" y="1296229"/>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endParaRPr lang="zh-CN" altLang="en-US" sz="4200" b="1" i="0" dirty="0">
                <a:latin typeface="Alibaba PuHuiTi B" pitchFamily="18" charset="-122"/>
                <a:ea typeface="Alibaba PuHuiTi B" pitchFamily="18" charset="-122"/>
                <a:cs typeface="Alibaba PuHuiTi B" pitchFamily="18" charset="-122"/>
              </a:endParaRPr>
            </a:p>
          </p:txBody>
        </p:sp>
        <p:sp>
          <p:nvSpPr>
            <p:cNvPr id="7" name="文本框 6"/>
            <p:cNvSpPr txBox="1"/>
            <p:nvPr/>
          </p:nvSpPr>
          <p:spPr>
            <a:xfrm>
              <a:off x="1984355" y="1947829"/>
              <a:ext cx="1833941" cy="461665"/>
            </a:xfrm>
            <a:prstGeom prst="rect">
              <a:avLst/>
            </a:prstGeom>
            <a:noFill/>
            <a:ln>
              <a:noFill/>
            </a:ln>
          </p:spPr>
          <p:txBody>
            <a:bodyPr wrap="square" rtlCol="0">
              <a:spAutoFit/>
            </a:bodyPr>
            <a:lstStyle/>
            <a:p>
              <a:pPr algn="ctr"/>
              <a:r>
                <a:rPr lang="en-US" altLang="zh-CN" sz="24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4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9"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六边形 9"/>
            <p:cNvSpPr/>
            <p:nvPr/>
          </p:nvSpPr>
          <p:spPr>
            <a:xfrm rot="5400000">
              <a:off x="2142134" y="1454629"/>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p:nvSpPr>
          <p:spPr>
            <a:xfrm rot="5400000">
              <a:off x="2037082" y="1659829"/>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章节标题">
    <p:spTree>
      <p:nvGrpSpPr>
        <p:cNvPr id="1" name=""/>
        <p:cNvGrpSpPr/>
        <p:nvPr/>
      </p:nvGrpSpPr>
      <p:grpSpPr>
        <a:xfrm>
          <a:off x="0" y="0"/>
          <a:ext cx="0" cy="0"/>
          <a:chOff x="0" y="0"/>
          <a:chExt cx="0" cy="0"/>
        </a:xfrm>
      </p:grpSpPr>
      <p:sp>
        <p:nvSpPr>
          <p:cNvPr id="4" name="六边形 3"/>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
        <p:nvSpPr>
          <p:cNvPr id="5" name="六边形 4"/>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章节标题+二级标题">
    <p:spTree>
      <p:nvGrpSpPr>
        <p:cNvPr id="1" name=""/>
        <p:cNvGrpSpPr/>
        <p:nvPr/>
      </p:nvGrpSpPr>
      <p:grpSpPr>
        <a:xfrm>
          <a:off x="0" y="0"/>
          <a:ext cx="0" cy="0"/>
          <a:chOff x="0" y="0"/>
          <a:chExt cx="0" cy="0"/>
        </a:xfrm>
      </p:grpSpPr>
      <p:sp>
        <p:nvSpPr>
          <p:cNvPr id="5" name="六边形 4"/>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
        <p:nvSpPr>
          <p:cNvPr id="6" name="六边形 5"/>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591200"/>
            <a:ext cx="107208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590102"/>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119"/>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591200"/>
            <a:ext cx="10720800" cy="4550400"/>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233"/>
            <a:ext cx="10719119"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591200"/>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79" y="1591200"/>
            <a:ext cx="107208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79" y="1000749"/>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1002232"/>
            <a:ext cx="10719119"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1591199"/>
            <a:ext cx="10720800" cy="4550400"/>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1591200"/>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105625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800"/>
            <a:ext cx="921423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1060146"/>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5200"/>
            <a:ext cx="921423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marL="0" lvl="0" indent="0">
              <a:spcBef>
                <a:spcPct val="0"/>
              </a:spcBef>
              <a:buNone/>
            </a:pPr>
            <a:r>
              <a:rPr lang="zh-CN" altLang="en-US" dirty="0"/>
              <a:t>步骤标题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799"/>
            <a:ext cx="92160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50840"/>
            <a:ext cx="201682" cy="201682"/>
          </a:xfrm>
          <a:prstGeom prst="rect">
            <a:avLst/>
          </a:prstGeom>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1054782"/>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5200"/>
            <a:ext cx="921423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799"/>
            <a:ext cx="92160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六边形 23"/>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1013943" y="3138371"/>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308178"/>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55362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3963112"/>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1924996"/>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255023"/>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2953096"/>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3896183"/>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003998"/>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111232"/>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025081"/>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401118"/>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33" name="标题占位符 1"/>
          <p:cNvSpPr txBox="1">
            <a:spLocks noChangeArrowheads="1"/>
          </p:cNvSpPr>
          <p:nvPr userDrawn="1"/>
        </p:nvSpPr>
        <p:spPr bwMode="auto">
          <a:xfrm>
            <a:off x="1938193" y="254311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329809"/>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
        <p:nvSpPr>
          <p:cNvPr id="3" name="椭圆 2"/>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4" name="文本框 3"/>
          <p:cNvSpPr txBox="1"/>
          <p:nvPr userDrawn="1"/>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5" name="文本框 4"/>
          <p:cNvSpPr txBox="1"/>
          <p:nvPr userDrawn="1"/>
        </p:nvSpPr>
        <p:spPr>
          <a:xfrm>
            <a:off x="702992" y="2983479"/>
            <a:ext cx="3873724" cy="430887"/>
          </a:xfrm>
          <a:prstGeom prst="rect">
            <a:avLst/>
          </a:prstGeom>
          <a:noFill/>
          <a:ln>
            <a:noFill/>
          </a:ln>
        </p:spPr>
        <p:txBody>
          <a:bodyPr wrap="square" rtlCol="0">
            <a:spAutoFit/>
          </a:bodyPr>
          <a:lstStyle/>
          <a:p>
            <a:pPr algn="ctr"/>
            <a:r>
              <a:rPr lang="en-US" altLang="zh-CN"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2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6" name="直接连接符 2"/>
          <p:cNvCxnSpPr/>
          <p:nvPr userDrawn="1"/>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7" name="图形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7200" y="1087200"/>
            <a:ext cx="6300000" cy="4856400"/>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grpSp>
        <p:nvGrpSpPr>
          <p:cNvPr id="5" name="组合 4"/>
          <p:cNvGrpSpPr/>
          <p:nvPr userDrawn="1"/>
        </p:nvGrpSpPr>
        <p:grpSpPr>
          <a:xfrm>
            <a:off x="2126595" y="2332800"/>
            <a:ext cx="2280944" cy="1113265"/>
            <a:chOff x="1984355" y="1296229"/>
            <a:chExt cx="2280944" cy="1113265"/>
          </a:xfrm>
        </p:grpSpPr>
        <p:sp>
          <p:nvSpPr>
            <p:cNvPr id="6" name="文本框 5"/>
            <p:cNvSpPr txBox="1"/>
            <p:nvPr/>
          </p:nvSpPr>
          <p:spPr>
            <a:xfrm>
              <a:off x="2549296" y="1296229"/>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endParaRPr lang="zh-CN" altLang="en-US" sz="4200" b="1" i="0" dirty="0">
                <a:latin typeface="Alibaba PuHuiTi B" pitchFamily="18" charset="-122"/>
                <a:ea typeface="Alibaba PuHuiTi B" pitchFamily="18" charset="-122"/>
                <a:cs typeface="Alibaba PuHuiTi B" pitchFamily="18" charset="-122"/>
              </a:endParaRPr>
            </a:p>
          </p:txBody>
        </p:sp>
        <p:sp>
          <p:nvSpPr>
            <p:cNvPr id="7" name="文本框 6"/>
            <p:cNvSpPr txBox="1"/>
            <p:nvPr/>
          </p:nvSpPr>
          <p:spPr>
            <a:xfrm>
              <a:off x="1984355" y="1947829"/>
              <a:ext cx="1833941" cy="461665"/>
            </a:xfrm>
            <a:prstGeom prst="rect">
              <a:avLst/>
            </a:prstGeom>
            <a:noFill/>
            <a:ln>
              <a:noFill/>
            </a:ln>
          </p:spPr>
          <p:txBody>
            <a:bodyPr wrap="square" rtlCol="0">
              <a:spAutoFit/>
            </a:bodyPr>
            <a:lstStyle/>
            <a:p>
              <a:pPr algn="ctr"/>
              <a:r>
                <a:rPr lang="en-US" altLang="zh-CN" sz="24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4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9"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六边形 9"/>
            <p:cNvSpPr/>
            <p:nvPr/>
          </p:nvSpPr>
          <p:spPr>
            <a:xfrm rot="5400000">
              <a:off x="2142134" y="1454629"/>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p:nvSpPr>
          <p:spPr>
            <a:xfrm rot="5400000">
              <a:off x="2037082" y="1659829"/>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章节标题">
    <p:spTree>
      <p:nvGrpSpPr>
        <p:cNvPr id="1" name=""/>
        <p:cNvGrpSpPr/>
        <p:nvPr/>
      </p:nvGrpSpPr>
      <p:grpSpPr>
        <a:xfrm>
          <a:off x="0" y="0"/>
          <a:ext cx="0" cy="0"/>
          <a:chOff x="0" y="0"/>
          <a:chExt cx="0" cy="0"/>
        </a:xfrm>
      </p:grpSpPr>
      <p:sp>
        <p:nvSpPr>
          <p:cNvPr id="4" name="六边形 3"/>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
        <p:nvSpPr>
          <p:cNvPr id="5" name="六边形 4"/>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章节标题+二级标题">
    <p:spTree>
      <p:nvGrpSpPr>
        <p:cNvPr id="1" name=""/>
        <p:cNvGrpSpPr/>
        <p:nvPr/>
      </p:nvGrpSpPr>
      <p:grpSpPr>
        <a:xfrm>
          <a:off x="0" y="0"/>
          <a:ext cx="0" cy="0"/>
          <a:chOff x="0" y="0"/>
          <a:chExt cx="0" cy="0"/>
        </a:xfrm>
      </p:grpSpPr>
      <p:sp>
        <p:nvSpPr>
          <p:cNvPr id="5" name="六边形 4"/>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
        <p:nvSpPr>
          <p:cNvPr id="6" name="六边形 5"/>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591200"/>
            <a:ext cx="107208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590102"/>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119"/>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591200"/>
            <a:ext cx="10720800" cy="4550400"/>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233"/>
            <a:ext cx="10719119"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591200"/>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79" y="1591200"/>
            <a:ext cx="107208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79" y="1000749"/>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1002232"/>
            <a:ext cx="10719119"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1591199"/>
            <a:ext cx="10720800" cy="4550400"/>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1591200"/>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105625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800"/>
            <a:ext cx="921423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1060146"/>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5200"/>
            <a:ext cx="921423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marL="0" lvl="0" indent="0">
              <a:spcBef>
                <a:spcPct val="0"/>
              </a:spcBef>
              <a:buNone/>
            </a:pPr>
            <a:r>
              <a:rPr lang="zh-CN" altLang="en-US" dirty="0"/>
              <a:t>步骤标题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799"/>
            <a:ext cx="92160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50840"/>
            <a:ext cx="201682" cy="201682"/>
          </a:xfrm>
          <a:prstGeom prst="rect">
            <a:avLst/>
          </a:prstGeom>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1054782"/>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5200"/>
            <a:ext cx="921423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799"/>
            <a:ext cx="92160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六边形 23"/>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1013943" y="3138371"/>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308178"/>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55362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3963112"/>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1924996"/>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255023"/>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2953096"/>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3896183"/>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003998"/>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111232"/>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025081"/>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401118"/>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33" name="标题占位符 1"/>
          <p:cNvSpPr txBox="1">
            <a:spLocks noChangeArrowheads="1"/>
          </p:cNvSpPr>
          <p:nvPr userDrawn="1"/>
        </p:nvSpPr>
        <p:spPr bwMode="auto">
          <a:xfrm>
            <a:off x="1938193" y="254311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329809"/>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90218" y="7317383"/>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94218" y="7317383"/>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55818" y="7317383"/>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
        <p:nvSpPr>
          <p:cNvPr id="3" name="椭圆 2"/>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4" name="文本框 3"/>
          <p:cNvSpPr txBox="1"/>
          <p:nvPr userDrawn="1"/>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学习目标</a:t>
            </a:r>
            <a:endParaRPr lang="zh-CN" altLang="en-US" sz="4200" b="1" i="0" dirty="0">
              <a:latin typeface="Alibaba PuHuiTi B" pitchFamily="18" charset="-122"/>
              <a:ea typeface="Alibaba PuHuiTi B" pitchFamily="18" charset="-122"/>
              <a:cs typeface="Alibaba PuHuiTi B" pitchFamily="18" charset="-122"/>
            </a:endParaRPr>
          </a:p>
        </p:txBody>
      </p:sp>
      <p:sp>
        <p:nvSpPr>
          <p:cNvPr id="5" name="文本框 4"/>
          <p:cNvSpPr txBox="1"/>
          <p:nvPr userDrawn="1"/>
        </p:nvSpPr>
        <p:spPr>
          <a:xfrm>
            <a:off x="702992" y="2983479"/>
            <a:ext cx="3873724" cy="430887"/>
          </a:xfrm>
          <a:prstGeom prst="rect">
            <a:avLst/>
          </a:prstGeom>
          <a:noFill/>
          <a:ln>
            <a:noFill/>
          </a:ln>
        </p:spPr>
        <p:txBody>
          <a:bodyPr wrap="square" rtlCol="0">
            <a:spAutoFit/>
          </a:bodyPr>
          <a:lstStyle/>
          <a:p>
            <a:pPr algn="ctr"/>
            <a:r>
              <a:rPr lang="en-US" altLang="zh-CN"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Learning</a:t>
            </a:r>
            <a:r>
              <a:rPr lang="zh-CN" altLang="en-US"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 </a:t>
            </a:r>
            <a:r>
              <a:rPr lang="en-US" altLang="zh-CN" sz="22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Objectives</a:t>
            </a:r>
            <a:endParaRPr lang="zh-CN" altLang="en-US" sz="22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6" name="直接连接符 2"/>
          <p:cNvCxnSpPr/>
          <p:nvPr userDrawn="1"/>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7" name="图形 6"/>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19070" y="2491361"/>
            <a:ext cx="406390" cy="406390"/>
          </a:xfrm>
          <a:prstGeom prst="rect">
            <a:avLst/>
          </a:prstGeom>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7200" y="1087200"/>
            <a:ext cx="6300000" cy="4856400"/>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grpSp>
        <p:nvGrpSpPr>
          <p:cNvPr id="5" name="组合 4"/>
          <p:cNvGrpSpPr/>
          <p:nvPr userDrawn="1"/>
        </p:nvGrpSpPr>
        <p:grpSpPr>
          <a:xfrm>
            <a:off x="2126595" y="2332800"/>
            <a:ext cx="2280944" cy="1113265"/>
            <a:chOff x="1984355" y="1296229"/>
            <a:chExt cx="2280944" cy="1113265"/>
          </a:xfrm>
        </p:grpSpPr>
        <p:sp>
          <p:nvSpPr>
            <p:cNvPr id="6" name="文本框 5"/>
            <p:cNvSpPr txBox="1"/>
            <p:nvPr/>
          </p:nvSpPr>
          <p:spPr>
            <a:xfrm>
              <a:off x="2549296" y="1296229"/>
              <a:ext cx="1245854" cy="738664"/>
            </a:xfrm>
            <a:prstGeom prst="rect">
              <a:avLst/>
            </a:prstGeom>
            <a:noFill/>
            <a:ln>
              <a:noFill/>
            </a:ln>
          </p:spPr>
          <p:txBody>
            <a:bodyPr wrap="none" rtlCol="0">
              <a:spAutoFit/>
            </a:bodyPr>
            <a:lstStyle/>
            <a:p>
              <a:pPr algn="ctr"/>
              <a:r>
                <a:rPr lang="zh-CN" altLang="en-US" sz="4200" b="1" i="0" dirty="0">
                  <a:latin typeface="Alibaba PuHuiTi B" pitchFamily="18" charset="-122"/>
                  <a:ea typeface="Alibaba PuHuiTi B" pitchFamily="18" charset="-122"/>
                  <a:cs typeface="Alibaba PuHuiTi B" pitchFamily="18" charset="-122"/>
                </a:rPr>
                <a:t>目录</a:t>
              </a:r>
              <a:endParaRPr lang="zh-CN" altLang="en-US" sz="4200" b="1" i="0" dirty="0">
                <a:latin typeface="Alibaba PuHuiTi B" pitchFamily="18" charset="-122"/>
                <a:ea typeface="Alibaba PuHuiTi B" pitchFamily="18" charset="-122"/>
                <a:cs typeface="Alibaba PuHuiTi B" pitchFamily="18" charset="-122"/>
              </a:endParaRPr>
            </a:p>
          </p:txBody>
        </p:sp>
        <p:sp>
          <p:nvSpPr>
            <p:cNvPr id="7" name="文本框 6"/>
            <p:cNvSpPr txBox="1"/>
            <p:nvPr/>
          </p:nvSpPr>
          <p:spPr>
            <a:xfrm>
              <a:off x="1984355" y="1947829"/>
              <a:ext cx="1833941" cy="461665"/>
            </a:xfrm>
            <a:prstGeom prst="rect">
              <a:avLst/>
            </a:prstGeom>
            <a:noFill/>
            <a:ln>
              <a:noFill/>
            </a:ln>
          </p:spPr>
          <p:txBody>
            <a:bodyPr wrap="square" rtlCol="0">
              <a:spAutoFit/>
            </a:bodyPr>
            <a:lstStyle/>
            <a:p>
              <a:pPr algn="ctr"/>
              <a:r>
                <a:rPr lang="en-US" altLang="zh-CN" sz="24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4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cxnSp>
          <p:nvCxnSpPr>
            <p:cNvPr id="9"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六边形 9"/>
            <p:cNvSpPr/>
            <p:nvPr/>
          </p:nvSpPr>
          <p:spPr>
            <a:xfrm rot="5400000">
              <a:off x="2142134" y="1454629"/>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p:nvSpPr>
          <p:spPr>
            <a:xfrm rot="5400000">
              <a:off x="2037082" y="1659829"/>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章节标题">
    <p:spTree>
      <p:nvGrpSpPr>
        <p:cNvPr id="1" name=""/>
        <p:cNvGrpSpPr/>
        <p:nvPr/>
      </p:nvGrpSpPr>
      <p:grpSpPr>
        <a:xfrm>
          <a:off x="0" y="0"/>
          <a:ext cx="0" cy="0"/>
          <a:chOff x="0" y="0"/>
          <a:chExt cx="0" cy="0"/>
        </a:xfrm>
      </p:grpSpPr>
      <p:sp>
        <p:nvSpPr>
          <p:cNvPr id="4" name="六边形 3"/>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
        <p:nvSpPr>
          <p:cNvPr id="5" name="六边形 4"/>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章节标题+二级标题">
    <p:spTree>
      <p:nvGrpSpPr>
        <p:cNvPr id="1" name=""/>
        <p:cNvGrpSpPr/>
        <p:nvPr/>
      </p:nvGrpSpPr>
      <p:grpSpPr>
        <a:xfrm>
          <a:off x="0" y="0"/>
          <a:ext cx="0" cy="0"/>
          <a:chOff x="0" y="0"/>
          <a:chExt cx="0" cy="0"/>
        </a:xfrm>
      </p:grpSpPr>
      <p:sp>
        <p:nvSpPr>
          <p:cNvPr id="5" name="六边形 4"/>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Alibaba PuHuiTi B" pitchFamily="18" charset="-122"/>
                <a:ea typeface="Alibaba PuHuiTi B" pitchFamily="18" charset="-122"/>
                <a:cs typeface="Alibaba PuHuiTi B"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Alibaba PuHuiTi R" pitchFamily="18" charset="-122"/>
                <a:ea typeface="Alibaba PuHuiTi R" pitchFamily="18" charset="-122"/>
                <a:cs typeface="Alibaba PuHuiTi R" pitchFamily="18" charset="-122"/>
              </a:defRPr>
            </a:lvl1pPr>
            <a:lvl2pPr>
              <a:buNone/>
              <a:defRPr b="0" i="0">
                <a:latin typeface="Alibaba PuHuiTi R" pitchFamily="18" charset="-122"/>
                <a:ea typeface="Alibaba PuHuiTi R" pitchFamily="18" charset="-122"/>
                <a:cs typeface="Alibaba PuHuiTi R" pitchFamily="18" charset="-122"/>
              </a:defRPr>
            </a:lvl2pPr>
            <a:lvl3pPr>
              <a:defRPr b="0" i="0">
                <a:latin typeface="Alibaba PuHuiTi R" pitchFamily="18" charset="-122"/>
                <a:ea typeface="Alibaba PuHuiTi R" pitchFamily="18" charset="-122"/>
                <a:cs typeface="Alibaba PuHuiTi R" pitchFamily="18" charset="-122"/>
              </a:defRPr>
            </a:lvl3pPr>
            <a:lvl4pPr>
              <a:defRPr b="0" i="0">
                <a:latin typeface="Alibaba PuHuiTi R" pitchFamily="18" charset="-122"/>
                <a:ea typeface="Alibaba PuHuiTi R" pitchFamily="18" charset="-122"/>
                <a:cs typeface="Alibaba PuHuiTi R" pitchFamily="18" charset="-122"/>
              </a:defRPr>
            </a:lvl4pPr>
            <a:lvl5pPr>
              <a:defRPr b="0" i="0">
                <a:latin typeface="Alibaba PuHuiTi R" pitchFamily="18" charset="-122"/>
                <a:ea typeface="Alibaba PuHuiTi R" pitchFamily="18" charset="-122"/>
                <a:cs typeface="Alibaba PuHuiTi R"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Alibaba PuHuiTi B" pitchFamily="18" charset="-122"/>
                <a:ea typeface="Alibaba PuHuiTi B" pitchFamily="18" charset="-122"/>
                <a:cs typeface="Alibaba PuHuiTi B"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
        <p:nvSpPr>
          <p:cNvPr id="6" name="六边形 5"/>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591200"/>
            <a:ext cx="107208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590102"/>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lnSpc>
                <a:spcPct val="150000"/>
              </a:lnSpc>
              <a:buFont typeface="Wingdings" panose="05000000000000000000" pitchFamily="2" charset="2"/>
              <a:buChar char="l"/>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119"/>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591200"/>
            <a:ext cx="10720800" cy="4550400"/>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5" name="标题 1"/>
          <p:cNvSpPr>
            <a:spLocks noGrp="1"/>
          </p:cNvSpPr>
          <p:nvPr>
            <p:ph type="title" hasCustomPrompt="1"/>
          </p:nvPr>
        </p:nvSpPr>
        <p:spPr>
          <a:xfrm>
            <a:off x="710880" y="1002233"/>
            <a:ext cx="10719119"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591200"/>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79" y="1591200"/>
            <a:ext cx="107208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79" y="1000749"/>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1002232"/>
            <a:ext cx="10719119"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1591199"/>
            <a:ext cx="10720800" cy="4550400"/>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720090" indent="-360045">
              <a:lnSpc>
                <a:spcPct val="150000"/>
              </a:lnSpc>
              <a:buFont typeface="+mj-lt"/>
              <a:buAutoNum type="arabicPeriod"/>
              <a:defRPr lang="en-US" altLang="zh-CN" sz="1400" b="0" i="0" dirty="0">
                <a:latin typeface="Alibaba PuHuiTi R" pitchFamily="18" charset="-122"/>
                <a:ea typeface="Alibaba PuHuiTi R" pitchFamily="18" charset="-122"/>
                <a:cs typeface="Alibaba PuHuiTi R"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3"/>
            <a:ext cx="10748057"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1591200"/>
            <a:ext cx="10720800" cy="4550400"/>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Alibaba PuHuiTi R" pitchFamily="18" charset="-122"/>
                <a:ea typeface="Alibaba PuHuiTi R" pitchFamily="18" charset="-122"/>
                <a:cs typeface="Alibaba PuHuiTi R"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1002232"/>
            <a:ext cx="1072080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20</a:t>
            </a:r>
            <a:r>
              <a:rPr lang="zh-CN" altLang="en-US" dirty="0"/>
              <a:t>号</a:t>
            </a:r>
            <a:endParaRPr lang="zh-CN" altLang="en-US" dirty="0"/>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105625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案例</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3440"/>
            <a:ext cx="9214230" cy="517190"/>
          </a:xfrm>
          <a:prstGeom prst="rect">
            <a:avLst/>
          </a:prstGeom>
        </p:spPr>
        <p:txBody>
          <a:bodyPr anchor="ctr" anchorCtr="0"/>
          <a:lstStyle>
            <a:lvl1pPr marL="0" indent="0">
              <a:buNone/>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lvl="0">
              <a:spcBef>
                <a:spcPct val="0"/>
              </a:spcBef>
            </a:pPr>
            <a:r>
              <a:rPr lang="zh-CN" altLang="en-US" dirty="0"/>
              <a:t>案例标题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800"/>
            <a:ext cx="921423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6948"/>
            <a:ext cx="201682" cy="201682"/>
          </a:xfrm>
          <a:prstGeom prst="rect">
            <a:avLst/>
          </a:prstGeom>
        </p:spPr>
      </p:pic>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1060146"/>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步骤</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5200"/>
            <a:ext cx="921423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marL="0" lvl="0" indent="0">
              <a:spcBef>
                <a:spcPct val="0"/>
              </a:spcBef>
              <a:buNone/>
            </a:pPr>
            <a:r>
              <a:rPr lang="zh-CN" altLang="en-US" dirty="0"/>
              <a:t>步骤标题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799"/>
            <a:ext cx="92160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50840"/>
            <a:ext cx="201682" cy="201682"/>
          </a:xfrm>
          <a:prstGeom prst="rect">
            <a:avLst/>
          </a:prstGeom>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1054782"/>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Alibaba PuHuiTi B" pitchFamily="18" charset="-122"/>
                  <a:ea typeface="Alibaba PuHuiTi B" pitchFamily="18" charset="-122"/>
                  <a:cs typeface="Alibaba PuHuiTi B" pitchFamily="18" charset="-122"/>
                </a:rPr>
                <a:t>练习</a:t>
              </a:r>
              <a:endParaRPr lang="zh-CN" altLang="en-US" dirty="0">
                <a:solidFill>
                  <a:srgbClr val="AD2B26"/>
                </a:solidFill>
                <a:latin typeface="Alibaba PuHuiTi B" pitchFamily="18" charset="-122"/>
                <a:ea typeface="Alibaba PuHuiTi B" pitchFamily="18" charset="-122"/>
                <a:cs typeface="Alibaba PuHuiTi B" pitchFamily="18" charset="-122"/>
              </a:endParaRPr>
            </a:p>
          </p:txBody>
        </p:sp>
      </p:grpSp>
      <p:sp>
        <p:nvSpPr>
          <p:cNvPr id="11" name="文本占位符 9"/>
          <p:cNvSpPr>
            <a:spLocks noGrp="1"/>
          </p:cNvSpPr>
          <p:nvPr>
            <p:ph type="body" sz="quarter" idx="10" hasCustomPrompt="1"/>
          </p:nvPr>
        </p:nvSpPr>
        <p:spPr>
          <a:xfrm>
            <a:off x="2195450" y="1105200"/>
            <a:ext cx="9214230" cy="517190"/>
          </a:xfrm>
          <a:prstGeom prst="rect">
            <a:avLst/>
          </a:prstGeom>
        </p:spPr>
        <p:txBody>
          <a:bodyPr anchor="ctr" anchorCtr="0"/>
          <a:lstStyle>
            <a:lvl1pPr>
              <a:defRPr lang="zh-CN" altLang="en-US" sz="2000" b="0" i="0" dirty="0">
                <a:solidFill>
                  <a:srgbClr val="AD2A26"/>
                </a:solidFill>
                <a:latin typeface="阿里巴巴普惠体 Medium" panose="00020600040101010101" pitchFamily="18" charset="-122"/>
                <a:ea typeface="阿里巴巴普惠体 Medium" panose="00020600040101010101" pitchFamily="18" charset="-122"/>
                <a:cs typeface="阿里巴巴普惠体 Medium" panose="00020600040101010101" pitchFamily="18" charset="-122"/>
              </a:defRPr>
            </a:lvl1pPr>
          </a:lstStyle>
          <a:p>
            <a:pPr marL="0" lvl="0" indent="0">
              <a:spcBef>
                <a:spcPct val="0"/>
              </a:spcBef>
              <a:buNone/>
            </a:pPr>
            <a:r>
              <a:rPr lang="zh-CN" altLang="en-US" dirty="0"/>
              <a:t>练习标题</a:t>
            </a:r>
            <a:r>
              <a:rPr lang="en-US" altLang="zh-CN" dirty="0"/>
              <a:t>-</a:t>
            </a:r>
            <a:r>
              <a:rPr lang="zh-CN" altLang="en-US" dirty="0"/>
              <a:t>阿里巴巴普惠体</a:t>
            </a:r>
            <a:r>
              <a:rPr lang="en-US" altLang="zh-CN" dirty="0"/>
              <a:t>20</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66799"/>
            <a:ext cx="9216000" cy="4550400"/>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pic>
        <p:nvPicPr>
          <p:cNvPr id="13" name="图形 12"/>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9623" y="1245476"/>
            <a:ext cx="201682" cy="201682"/>
          </a:xfrm>
          <a:prstGeom prst="rect">
            <a:avLst/>
          </a:prstGeom>
        </p:spPr>
      </p:pic>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5069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5274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8826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4" name="六边形 23"/>
          <p:cNvSpPr/>
          <p:nvPr userDrawn="1"/>
        </p:nvSpPr>
        <p:spPr>
          <a:xfrm rot="5400000">
            <a:off x="3294074" y="21491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1264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3852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7150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nvGrpSpPr>
          <p:cNvPr id="9" name="组合 8"/>
          <p:cNvGrpSpPr/>
          <p:nvPr userDrawn="1"/>
        </p:nvGrpSpPr>
        <p:grpSpPr>
          <a:xfrm>
            <a:off x="710880" y="181309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TW" altLang="zh-CN" sz="4800" kern="0" dirty="0">
              <a:solidFill>
                <a:schemeClr val="bg1"/>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15" name="泪珠形 14"/>
          <p:cNvSpPr/>
          <p:nvPr userDrawn="1"/>
        </p:nvSpPr>
        <p:spPr>
          <a:xfrm>
            <a:off x="1013943" y="3138371"/>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308178"/>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55362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思路</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23" name="泪珠形 22"/>
          <p:cNvSpPr/>
          <p:nvPr userDrawn="1"/>
        </p:nvSpPr>
        <p:spPr>
          <a:xfrm>
            <a:off x="3663313" y="3963112"/>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1924996"/>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255023"/>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2953096"/>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3896183"/>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003998"/>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111232"/>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025081"/>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401118"/>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000" cy="47088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33" name="标题占位符 1"/>
          <p:cNvSpPr txBox="1">
            <a:spLocks noChangeArrowheads="1"/>
          </p:cNvSpPr>
          <p:nvPr userDrawn="1"/>
        </p:nvSpPr>
        <p:spPr bwMode="auto">
          <a:xfrm>
            <a:off x="1938193" y="2543117"/>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今日</a:t>
            </a:r>
            <a:endParaRPr lang="en-US" altLang="zh-CN"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a:p>
            <a:pPr algn="ctr"/>
            <a:r>
              <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rPr>
              <a:t>作业</a:t>
            </a:r>
            <a:endParaRPr lang="zh-CN" altLang="en-US" sz="36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45" name="矩形 44"/>
          <p:cNvSpPr/>
          <p:nvPr userDrawn="1"/>
        </p:nvSpPr>
        <p:spPr>
          <a:xfrm rot="2700000">
            <a:off x="4273426" y="2329809"/>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1590218" y="7317383"/>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5094218" y="7317383"/>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9855818" y="7317383"/>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3" Type="http://schemas.openxmlformats.org/officeDocument/2006/relationships/theme" Target="../theme/theme2.xml"/><Relationship Id="rId22" Type="http://schemas.openxmlformats.org/officeDocument/2006/relationships/image" Target="../media/image6.png"/><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4" Type="http://schemas.openxmlformats.org/officeDocument/2006/relationships/theme" Target="../theme/theme3.xml"/><Relationship Id="rId3" Type="http://schemas.openxmlformats.org/officeDocument/2006/relationships/image" Target="../media/image7.png"/><Relationship Id="rId2" Type="http://schemas.openxmlformats.org/officeDocument/2006/relationships/slideLayout" Target="../slideLayouts/slideLayout25.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34.xml"/><Relationship Id="rId8" Type="http://schemas.openxmlformats.org/officeDocument/2006/relationships/slideLayout" Target="../slideLayouts/slideLayout33.xml"/><Relationship Id="rId7" Type="http://schemas.openxmlformats.org/officeDocument/2006/relationships/slideLayout" Target="../slideLayouts/slideLayout32.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1" Type="http://schemas.openxmlformats.org/officeDocument/2006/relationships/theme" Target="../theme/theme4.xml"/><Relationship Id="rId20" Type="http://schemas.openxmlformats.org/officeDocument/2006/relationships/image" Target="../media/image6.png"/><Relationship Id="rId2" Type="http://schemas.openxmlformats.org/officeDocument/2006/relationships/slideLayout" Target="../slideLayouts/slideLayout27.xml"/><Relationship Id="rId19" Type="http://schemas.openxmlformats.org/officeDocument/2006/relationships/slideLayout" Target="../slideLayouts/slideLayout44.xml"/><Relationship Id="rId18" Type="http://schemas.openxmlformats.org/officeDocument/2006/relationships/slideLayout" Target="../slideLayouts/slideLayout43.xml"/><Relationship Id="rId17" Type="http://schemas.openxmlformats.org/officeDocument/2006/relationships/slideLayout" Target="../slideLayouts/slideLayout42.xml"/><Relationship Id="rId16" Type="http://schemas.openxmlformats.org/officeDocument/2006/relationships/slideLayout" Target="../slideLayouts/slideLayout41.xml"/><Relationship Id="rId15" Type="http://schemas.openxmlformats.org/officeDocument/2006/relationships/slideLayout" Target="../slideLayouts/slideLayout40.xml"/><Relationship Id="rId14" Type="http://schemas.openxmlformats.org/officeDocument/2006/relationships/slideLayout" Target="../slideLayouts/slideLayout39.xml"/><Relationship Id="rId13" Type="http://schemas.openxmlformats.org/officeDocument/2006/relationships/slideLayout" Target="../slideLayouts/slideLayout38.xml"/><Relationship Id="rId12" Type="http://schemas.openxmlformats.org/officeDocument/2006/relationships/slideLayout" Target="../slideLayouts/slideLayout37.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 Type="http://schemas.openxmlformats.org/officeDocument/2006/relationships/slideLayout" Target="../slideLayouts/slideLayout26.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1" Type="http://schemas.openxmlformats.org/officeDocument/2006/relationships/theme" Target="../theme/theme5.xml"/><Relationship Id="rId20" Type="http://schemas.openxmlformats.org/officeDocument/2006/relationships/image" Target="../media/image6.png"/><Relationship Id="rId2" Type="http://schemas.openxmlformats.org/officeDocument/2006/relationships/slideLayout" Target="../slideLayouts/slideLayout46.xml"/><Relationship Id="rId19" Type="http://schemas.openxmlformats.org/officeDocument/2006/relationships/slideLayout" Target="../slideLayouts/slideLayout63.xml"/><Relationship Id="rId18" Type="http://schemas.openxmlformats.org/officeDocument/2006/relationships/slideLayout" Target="../slideLayouts/slideLayout62.xml"/><Relationship Id="rId17" Type="http://schemas.openxmlformats.org/officeDocument/2006/relationships/slideLayout" Target="../slideLayouts/slideLayout61.xml"/><Relationship Id="rId16" Type="http://schemas.openxmlformats.org/officeDocument/2006/relationships/slideLayout" Target="../slideLayouts/slideLayout60.xml"/><Relationship Id="rId15" Type="http://schemas.openxmlformats.org/officeDocument/2006/relationships/slideLayout" Target="../slideLayouts/slideLayout59.xml"/><Relationship Id="rId14" Type="http://schemas.openxmlformats.org/officeDocument/2006/relationships/slideLayout" Target="../slideLayouts/slideLayout58.xml"/><Relationship Id="rId13" Type="http://schemas.openxmlformats.org/officeDocument/2006/relationships/slideLayout" Target="../slideLayouts/slideLayout57.xml"/><Relationship Id="rId12" Type="http://schemas.openxmlformats.org/officeDocument/2006/relationships/slideLayout" Target="../slideLayouts/slideLayout56.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72.xml"/><Relationship Id="rId8" Type="http://schemas.openxmlformats.org/officeDocument/2006/relationships/slideLayout" Target="../slideLayouts/slideLayout71.xml"/><Relationship Id="rId7" Type="http://schemas.openxmlformats.org/officeDocument/2006/relationships/slideLayout" Target="../slideLayouts/slideLayout70.xml"/><Relationship Id="rId6" Type="http://schemas.openxmlformats.org/officeDocument/2006/relationships/slideLayout" Target="../slideLayouts/slideLayout69.xml"/><Relationship Id="rId5" Type="http://schemas.openxmlformats.org/officeDocument/2006/relationships/slideLayout" Target="../slideLayouts/slideLayout68.xml"/><Relationship Id="rId4" Type="http://schemas.openxmlformats.org/officeDocument/2006/relationships/slideLayout" Target="../slideLayouts/slideLayout67.xml"/><Relationship Id="rId3" Type="http://schemas.openxmlformats.org/officeDocument/2006/relationships/slideLayout" Target="../slideLayouts/slideLayout66.xml"/><Relationship Id="rId21" Type="http://schemas.openxmlformats.org/officeDocument/2006/relationships/theme" Target="../theme/theme6.xml"/><Relationship Id="rId20" Type="http://schemas.openxmlformats.org/officeDocument/2006/relationships/image" Target="../media/image6.png"/><Relationship Id="rId2" Type="http://schemas.openxmlformats.org/officeDocument/2006/relationships/slideLayout" Target="../slideLayouts/slideLayout65.xml"/><Relationship Id="rId19" Type="http://schemas.openxmlformats.org/officeDocument/2006/relationships/slideLayout" Target="../slideLayouts/slideLayout82.xml"/><Relationship Id="rId18" Type="http://schemas.openxmlformats.org/officeDocument/2006/relationships/slideLayout" Target="../slideLayouts/slideLayout81.xml"/><Relationship Id="rId17" Type="http://schemas.openxmlformats.org/officeDocument/2006/relationships/slideLayout" Target="../slideLayouts/slideLayout80.xml"/><Relationship Id="rId16" Type="http://schemas.openxmlformats.org/officeDocument/2006/relationships/slideLayout" Target="../slideLayouts/slideLayout79.xml"/><Relationship Id="rId15" Type="http://schemas.openxmlformats.org/officeDocument/2006/relationships/slideLayout" Target="../slideLayouts/slideLayout78.xml"/><Relationship Id="rId14" Type="http://schemas.openxmlformats.org/officeDocument/2006/relationships/slideLayout" Target="../slideLayouts/slideLayout77.xml"/><Relationship Id="rId13" Type="http://schemas.openxmlformats.org/officeDocument/2006/relationships/slideLayout" Target="../slideLayouts/slideLayout76.xml"/><Relationship Id="rId12" Type="http://schemas.openxmlformats.org/officeDocument/2006/relationships/slideLayout" Target="../slideLayouts/slideLayout75.xml"/><Relationship Id="rId11" Type="http://schemas.openxmlformats.org/officeDocument/2006/relationships/slideLayout" Target="../slideLayouts/slideLayout74.xml"/><Relationship Id="rId10" Type="http://schemas.openxmlformats.org/officeDocument/2006/relationships/slideLayout" Target="../slideLayouts/slideLayout73.xml"/><Relationship Id="rId1"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91.xml"/><Relationship Id="rId8" Type="http://schemas.openxmlformats.org/officeDocument/2006/relationships/slideLayout" Target="../slideLayouts/slideLayout90.xml"/><Relationship Id="rId7" Type="http://schemas.openxmlformats.org/officeDocument/2006/relationships/slideLayout" Target="../slideLayouts/slideLayout89.xml"/><Relationship Id="rId6" Type="http://schemas.openxmlformats.org/officeDocument/2006/relationships/slideLayout" Target="../slideLayouts/slideLayout88.xml"/><Relationship Id="rId5" Type="http://schemas.openxmlformats.org/officeDocument/2006/relationships/slideLayout" Target="../slideLayouts/slideLayout87.xml"/><Relationship Id="rId4" Type="http://schemas.openxmlformats.org/officeDocument/2006/relationships/slideLayout" Target="../slideLayouts/slideLayout86.xml"/><Relationship Id="rId3" Type="http://schemas.openxmlformats.org/officeDocument/2006/relationships/slideLayout" Target="../slideLayouts/slideLayout85.xml"/><Relationship Id="rId21" Type="http://schemas.openxmlformats.org/officeDocument/2006/relationships/theme" Target="../theme/theme7.xml"/><Relationship Id="rId20" Type="http://schemas.openxmlformats.org/officeDocument/2006/relationships/image" Target="../media/image6.png"/><Relationship Id="rId2" Type="http://schemas.openxmlformats.org/officeDocument/2006/relationships/slideLayout" Target="../slideLayouts/slideLayout84.xml"/><Relationship Id="rId19" Type="http://schemas.openxmlformats.org/officeDocument/2006/relationships/slideLayout" Target="../slideLayouts/slideLayout101.xml"/><Relationship Id="rId18" Type="http://schemas.openxmlformats.org/officeDocument/2006/relationships/slideLayout" Target="../slideLayouts/slideLayout100.xml"/><Relationship Id="rId17" Type="http://schemas.openxmlformats.org/officeDocument/2006/relationships/slideLayout" Target="../slideLayouts/slideLayout99.xml"/><Relationship Id="rId16" Type="http://schemas.openxmlformats.org/officeDocument/2006/relationships/slideLayout" Target="../slideLayouts/slideLayout98.xml"/><Relationship Id="rId15" Type="http://schemas.openxmlformats.org/officeDocument/2006/relationships/slideLayout" Target="../slideLayouts/slideLayout97.xml"/><Relationship Id="rId14" Type="http://schemas.openxmlformats.org/officeDocument/2006/relationships/slideLayout" Target="../slideLayouts/slideLayout96.xml"/><Relationship Id="rId13" Type="http://schemas.openxmlformats.org/officeDocument/2006/relationships/slideLayout" Target="../slideLayouts/slideLayout95.xml"/><Relationship Id="rId12" Type="http://schemas.openxmlformats.org/officeDocument/2006/relationships/slideLayout" Target="../slideLayouts/slideLayout94.xml"/><Relationship Id="rId11" Type="http://schemas.openxmlformats.org/officeDocument/2006/relationships/slideLayout" Target="../slideLayouts/slideLayout93.xml"/><Relationship Id="rId10" Type="http://schemas.openxmlformats.org/officeDocument/2006/relationships/slideLayout" Target="../slideLayouts/slideLayout92.xml"/><Relationship Id="rId1" Type="http://schemas.openxmlformats.org/officeDocument/2006/relationships/slideLayout" Target="../slideLayouts/slideLayout83.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110.xml"/><Relationship Id="rId8" Type="http://schemas.openxmlformats.org/officeDocument/2006/relationships/slideLayout" Target="../slideLayouts/slideLayout109.xml"/><Relationship Id="rId7" Type="http://schemas.openxmlformats.org/officeDocument/2006/relationships/slideLayout" Target="../slideLayouts/slideLayout108.xml"/><Relationship Id="rId6" Type="http://schemas.openxmlformats.org/officeDocument/2006/relationships/slideLayout" Target="../slideLayouts/slideLayout107.xml"/><Relationship Id="rId5" Type="http://schemas.openxmlformats.org/officeDocument/2006/relationships/slideLayout" Target="../slideLayouts/slideLayout106.xml"/><Relationship Id="rId4" Type="http://schemas.openxmlformats.org/officeDocument/2006/relationships/slideLayout" Target="../slideLayouts/slideLayout105.xml"/><Relationship Id="rId3" Type="http://schemas.openxmlformats.org/officeDocument/2006/relationships/slideLayout" Target="../slideLayouts/slideLayout104.xml"/><Relationship Id="rId22" Type="http://schemas.openxmlformats.org/officeDocument/2006/relationships/theme" Target="../theme/theme8.xml"/><Relationship Id="rId21" Type="http://schemas.openxmlformats.org/officeDocument/2006/relationships/image" Target="../media/image6.png"/><Relationship Id="rId20" Type="http://schemas.openxmlformats.org/officeDocument/2006/relationships/slideLayout" Target="../slideLayouts/slideLayout121.xml"/><Relationship Id="rId2" Type="http://schemas.openxmlformats.org/officeDocument/2006/relationships/slideLayout" Target="../slideLayouts/slideLayout103.xml"/><Relationship Id="rId19" Type="http://schemas.openxmlformats.org/officeDocument/2006/relationships/slideLayout" Target="../slideLayouts/slideLayout120.xml"/><Relationship Id="rId18" Type="http://schemas.openxmlformats.org/officeDocument/2006/relationships/slideLayout" Target="../slideLayouts/slideLayout119.xml"/><Relationship Id="rId17" Type="http://schemas.openxmlformats.org/officeDocument/2006/relationships/slideLayout" Target="../slideLayouts/slideLayout118.xml"/><Relationship Id="rId16" Type="http://schemas.openxmlformats.org/officeDocument/2006/relationships/slideLayout" Target="../slideLayouts/slideLayout117.xml"/><Relationship Id="rId15" Type="http://schemas.openxmlformats.org/officeDocument/2006/relationships/slideLayout" Target="../slideLayouts/slideLayout116.xml"/><Relationship Id="rId14" Type="http://schemas.openxmlformats.org/officeDocument/2006/relationships/slideLayout" Target="../slideLayouts/slideLayout115.xml"/><Relationship Id="rId13" Type="http://schemas.openxmlformats.org/officeDocument/2006/relationships/slideLayout" Target="../slideLayouts/slideLayout114.xml"/><Relationship Id="rId12" Type="http://schemas.openxmlformats.org/officeDocument/2006/relationships/slideLayout" Target="../slideLayouts/slideLayout113.xml"/><Relationship Id="rId11" Type="http://schemas.openxmlformats.org/officeDocument/2006/relationships/slideLayout" Target="../slideLayouts/slideLayout112.xml"/><Relationship Id="rId10" Type="http://schemas.openxmlformats.org/officeDocument/2006/relationships/slideLayout" Target="../slideLayouts/slideLayout111.xml"/><Relationship Id="rId1" Type="http://schemas.openxmlformats.org/officeDocument/2006/relationships/slideLayout" Target="../slideLayouts/slideLayout102.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130.xml"/><Relationship Id="rId8" Type="http://schemas.openxmlformats.org/officeDocument/2006/relationships/slideLayout" Target="../slideLayouts/slideLayout129.xml"/><Relationship Id="rId7" Type="http://schemas.openxmlformats.org/officeDocument/2006/relationships/slideLayout" Target="../slideLayouts/slideLayout128.xml"/><Relationship Id="rId6" Type="http://schemas.openxmlformats.org/officeDocument/2006/relationships/slideLayout" Target="../slideLayouts/slideLayout127.xml"/><Relationship Id="rId5" Type="http://schemas.openxmlformats.org/officeDocument/2006/relationships/slideLayout" Target="../slideLayouts/slideLayout126.xml"/><Relationship Id="rId4" Type="http://schemas.openxmlformats.org/officeDocument/2006/relationships/slideLayout" Target="../slideLayouts/slideLayout125.xml"/><Relationship Id="rId3" Type="http://schemas.openxmlformats.org/officeDocument/2006/relationships/slideLayout" Target="../slideLayouts/slideLayout124.xml"/><Relationship Id="rId22" Type="http://schemas.openxmlformats.org/officeDocument/2006/relationships/theme" Target="../theme/theme9.xml"/><Relationship Id="rId21" Type="http://schemas.openxmlformats.org/officeDocument/2006/relationships/image" Target="../media/image6.png"/><Relationship Id="rId20" Type="http://schemas.openxmlformats.org/officeDocument/2006/relationships/slideLayout" Target="../slideLayouts/slideLayout141.xml"/><Relationship Id="rId2" Type="http://schemas.openxmlformats.org/officeDocument/2006/relationships/slideLayout" Target="../slideLayouts/slideLayout123.xml"/><Relationship Id="rId19" Type="http://schemas.openxmlformats.org/officeDocument/2006/relationships/slideLayout" Target="../slideLayouts/slideLayout140.xml"/><Relationship Id="rId18" Type="http://schemas.openxmlformats.org/officeDocument/2006/relationships/slideLayout" Target="../slideLayouts/slideLayout139.xml"/><Relationship Id="rId17" Type="http://schemas.openxmlformats.org/officeDocument/2006/relationships/slideLayout" Target="../slideLayouts/slideLayout138.xml"/><Relationship Id="rId16" Type="http://schemas.openxmlformats.org/officeDocument/2006/relationships/slideLayout" Target="../slideLayouts/slideLayout137.xml"/><Relationship Id="rId15" Type="http://schemas.openxmlformats.org/officeDocument/2006/relationships/slideLayout" Target="../slideLayouts/slideLayout136.xml"/><Relationship Id="rId14" Type="http://schemas.openxmlformats.org/officeDocument/2006/relationships/slideLayout" Target="../slideLayouts/slideLayout135.xml"/><Relationship Id="rId13" Type="http://schemas.openxmlformats.org/officeDocument/2006/relationships/slideLayout" Target="../slideLayouts/slideLayout134.xml"/><Relationship Id="rId12" Type="http://schemas.openxmlformats.org/officeDocument/2006/relationships/slideLayout" Target="../slideLayouts/slideLayout133.xml"/><Relationship Id="rId11" Type="http://schemas.openxmlformats.org/officeDocument/2006/relationships/slideLayout" Target="../slideLayouts/slideLayout132.xml"/><Relationship Id="rId10" Type="http://schemas.openxmlformats.org/officeDocument/2006/relationships/slideLayout" Target="../slideLayouts/slideLayout131.xml"/><Relationship Id="rId1" Type="http://schemas.openxmlformats.org/officeDocument/2006/relationships/slideLayout" Target="../slideLayouts/slideLayout1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 name="六边形 29"/>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313018" y="5296483"/>
            <a:ext cx="3565964" cy="582073"/>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7" name="图片 16"/>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9" name="矩形 18"/>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多一句没有，少一句不行，用更短时间，教会更实用的技术！</a:t>
            </a:r>
            <a:endPar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
        <p:nvSpPr>
          <p:cNvPr id="21" name="矩形 20"/>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6"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7"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8" name="矩形 27"/>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511989" y="2322246"/>
            <a:ext cx="3168023" cy="1308460"/>
          </a:xfrm>
          <a:prstGeom prst="rect">
            <a:avLst/>
          </a:prstGeom>
        </p:spPr>
      </p:pic>
    </p:spTree>
  </p:cSld>
  <p:clrMap bg1="lt1" tx1="dk1" bg2="lt2" tx2="dk2" accent1="accent1" accent2="accent2" accent3="accent3" accent4="accent4" accent5="accent5" accent6="accent6" hlink="hlink" folHlink="folHlink"/>
  <p:sldLayoutIdLst>
    <p:sldLayoutId id="2147483674" r:id="rId1"/>
    <p:sldLayoutId id="2147483675" r:id="rId2"/>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7" name="图片 16"/>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9" name="矩形 18"/>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多一句没有，少一句不行，用更短时间，教会更实用的技术！</a:t>
            </a:r>
            <a:endPar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
        <p:nvSpPr>
          <p:cNvPr id="21" name="矩形 20"/>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6"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7"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8" name="矩形 27"/>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7" name="图片 16"/>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9" name="矩形 18"/>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多一句没有，少一句不行，用更短时间，教会更实用的技术！</a:t>
            </a:r>
            <a:endPar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
        <p:nvSpPr>
          <p:cNvPr id="21" name="矩形 20"/>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6"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7"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8" name="矩形 27"/>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7" name="图片 16"/>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9" name="矩形 18"/>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多一句没有，少一句不行，用更短时间，教会更实用的技术！</a:t>
            </a:r>
            <a:endPar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
        <p:nvSpPr>
          <p:cNvPr id="21" name="矩形 20"/>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6"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7"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8" name="矩形 27"/>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32" r:id="rId16"/>
    <p:sldLayoutId id="2147483733" r:id="rId17"/>
    <p:sldLayoutId id="2147483734" r:id="rId18"/>
    <p:sldLayoutId id="2147483735" r:id="rId19"/>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7" name="图片 16"/>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9" name="矩形 18"/>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多一句没有，少一句不行，用更短时间，教会更实用的技术！</a:t>
            </a:r>
            <a:endPar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
        <p:nvSpPr>
          <p:cNvPr id="21" name="矩形 20"/>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6"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7"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8" name="矩形 27"/>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7" name="图片 16"/>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9" name="矩形 18"/>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多一句没有，少一句不行，用更短时间，教会更实用的技术！</a:t>
            </a:r>
            <a:endPar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
        <p:nvSpPr>
          <p:cNvPr id="21" name="矩形 20"/>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6"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7"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8" name="矩形 27"/>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7" name="图片 16"/>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9" name="矩形 18"/>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rPr>
              <a:t>多一句没有，少一句不行，用更短时间，教会更实用的技术！</a:t>
            </a:r>
            <a:endPar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
        <p:nvSpPr>
          <p:cNvPr id="21" name="矩形 20"/>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矩形 23"/>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任意形状 24"/>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6"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7"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8" name="矩形 27"/>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 id="2147483789" r:id="rId12"/>
    <p:sldLayoutId id="2147483790" r:id="rId13"/>
    <p:sldLayoutId id="2147483791" r:id="rId14"/>
    <p:sldLayoutId id="2147483792" r:id="rId15"/>
    <p:sldLayoutId id="2147483793" r:id="rId16"/>
    <p:sldLayoutId id="2147483794" r:id="rId17"/>
    <p:sldLayoutId id="2147483795" r:id="rId18"/>
    <p:sldLayoutId id="2147483796" r:id="rId19"/>
    <p:sldLayoutId id="2147483797" r:id="rId20"/>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8.png"/><Relationship Id="rId1" Type="http://schemas.openxmlformats.org/officeDocument/2006/relationships/tags" Target="../tags/tag1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hyperlink" Target="https://streamlit.io" TargetMode="Externa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hyperlink" Target="https://docs.streamlit.io/get-started/installation" TargetMode="Externa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6.png"/><Relationship Id="rId1" Type="http://schemas.openxmlformats.org/officeDocument/2006/relationships/hyperlink" Target="https://docs.streamlit.io/develop/api-reference" TargetMode="Externa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8.png"/><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26.xml"/><Relationship Id="rId2" Type="http://schemas.openxmlformats.org/officeDocument/2006/relationships/image" Target="../media/image12.png"/><Relationship Id="rId1"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4.png"/><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5.png"/><Relationship Id="rId1" Type="http://schemas.openxmlformats.org/officeDocument/2006/relationships/image" Target="../media/image2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p:cNvSpPr>
            <a:spLocks noGrp="1"/>
          </p:cNvSpPr>
          <p:nvPr>
            <p:ph type="title"/>
          </p:nvPr>
        </p:nvSpPr>
        <p:spPr>
          <a:xfrm>
            <a:off x="713747" y="2186110"/>
            <a:ext cx="10475748" cy="1860136"/>
          </a:xfrm>
        </p:spPr>
        <p:txBody>
          <a:bodyPr/>
          <a:lstStyle/>
          <a:p>
            <a:r>
              <a:rPr kumimoji="1" lang="zh-CN" altLang="en-US" sz="6000" dirty="0"/>
              <a:t>黑马智聊机器人项目</a:t>
            </a:r>
            <a:br>
              <a:rPr kumimoji="1" lang="zh-CN" altLang="en-US" sz="6000" dirty="0"/>
            </a:br>
            <a:r>
              <a:rPr kumimoji="1" lang="en-US" altLang="zh-CN" sz="2000" dirty="0">
                <a:solidFill>
                  <a:srgbClr val="C00000"/>
                </a:solidFill>
              </a:rPr>
              <a:t>Streamlit+</a:t>
            </a:r>
            <a:r>
              <a:rPr kumimoji="1" lang="en-US" altLang="zh-CN" sz="2000" dirty="0" err="1">
                <a:solidFill>
                  <a:srgbClr val="C00000"/>
                </a:solidFill>
                <a:sym typeface="+mn-ea"/>
              </a:rPr>
              <a:t>Ollama+</a:t>
            </a:r>
            <a:r>
              <a:rPr kumimoji="1" lang="zh-CN" altLang="en-US" sz="2000" dirty="0" err="1">
                <a:solidFill>
                  <a:srgbClr val="C00000"/>
                </a:solidFill>
                <a:sym typeface="+mn-ea"/>
              </a:rPr>
              <a:t>本地私有大模型</a:t>
            </a:r>
            <a:r>
              <a:rPr kumimoji="1" lang="en-US" altLang="zh-CN" sz="2000" dirty="0" err="1">
                <a:solidFill>
                  <a:srgbClr val="C00000"/>
                </a:solidFill>
                <a:sym typeface="+mn-ea"/>
              </a:rPr>
              <a:t>(deepseek</a:t>
            </a:r>
            <a:r>
              <a:rPr kumimoji="1" lang="zh-CN" altLang="en-US" sz="2000" dirty="0" err="1">
                <a:solidFill>
                  <a:srgbClr val="C00000"/>
                </a:solidFill>
                <a:sym typeface="+mn-ea"/>
              </a:rPr>
              <a:t>和</a:t>
            </a:r>
            <a:r>
              <a:rPr kumimoji="1" lang="en-US" altLang="zh-CN" sz="2000" dirty="0" err="1">
                <a:solidFill>
                  <a:srgbClr val="C00000"/>
                </a:solidFill>
                <a:sym typeface="+mn-ea"/>
              </a:rPr>
              <a:t>qwen</a:t>
            </a:r>
            <a:r>
              <a:rPr kumimoji="1" lang="zh-CN" altLang="en-US" sz="2000" dirty="0" err="1">
                <a:solidFill>
                  <a:srgbClr val="C00000"/>
                </a:solidFill>
                <a:sym typeface="+mn-ea"/>
              </a:rPr>
              <a:t>等</a:t>
            </a:r>
            <a:r>
              <a:rPr kumimoji="1" lang="en-US" altLang="zh-CN" sz="2000" dirty="0" err="1">
                <a:solidFill>
                  <a:srgbClr val="C00000"/>
                </a:solidFill>
                <a:sym typeface="+mn-ea"/>
              </a:rPr>
              <a:t>)</a:t>
            </a:r>
            <a:endParaRPr kumimoji="1" lang="zh-CN" altLang="en-US" sz="2000" dirty="0" err="1">
              <a:solidFill>
                <a:srgbClr val="C00000"/>
              </a:solidFill>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1531724" y="3055610"/>
            <a:ext cx="1788859" cy="985540"/>
            <a:chOff x="5274220" y="808509"/>
            <a:chExt cx="1788859" cy="985540"/>
          </a:xfrm>
        </p:grpSpPr>
        <p:grpSp>
          <p:nvGrpSpPr>
            <p:cNvPr id="24" name="组合 23"/>
            <p:cNvGrpSpPr/>
            <p:nvPr/>
          </p:nvGrpSpPr>
          <p:grpSpPr>
            <a:xfrm>
              <a:off x="5493698" y="808509"/>
              <a:ext cx="1569381" cy="985540"/>
              <a:chOff x="5546085" y="808509"/>
              <a:chExt cx="1569381" cy="985540"/>
            </a:xfrm>
          </p:grpSpPr>
          <p:sp>
            <p:nvSpPr>
              <p:cNvPr id="5" name="文本框 4"/>
              <p:cNvSpPr txBox="1"/>
              <p:nvPr/>
            </p:nvSpPr>
            <p:spPr>
              <a:xfrm>
                <a:off x="5869612" y="808509"/>
                <a:ext cx="1245854" cy="738664"/>
              </a:xfrm>
              <a:prstGeom prst="rect">
                <a:avLst/>
              </a:prstGeom>
              <a:noFill/>
              <a:ln>
                <a:noFill/>
              </a:ln>
            </p:spPr>
            <p:txBody>
              <a:bodyPr wrap="none" rtlCol="0">
                <a:spAutoFit/>
              </a:bodyPr>
              <a:lstStyle/>
              <a:p>
                <a:pPr algn="ctr"/>
                <a:r>
                  <a:rPr lang="zh-CN" altLang="en-US" sz="4200" dirty="0" smtClean="0">
                    <a:latin typeface="阿里巴巴普惠体" panose="00020600040101010101" pitchFamily="18" charset="-122"/>
                    <a:ea typeface="阿里巴巴普惠体" panose="00020600040101010101" pitchFamily="18" charset="-122"/>
                    <a:cs typeface="阿里巴巴普惠体" panose="00020600040101010101" pitchFamily="18" charset="-122"/>
                  </a:rPr>
                  <a:t>目录</a:t>
                </a:r>
                <a:endParaRPr lang="zh-CN" altLang="en-US" sz="42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文本框 6"/>
              <p:cNvSpPr txBox="1"/>
              <p:nvPr/>
            </p:nvSpPr>
            <p:spPr>
              <a:xfrm>
                <a:off x="5546085" y="1332384"/>
                <a:ext cx="1564852" cy="461665"/>
              </a:xfrm>
              <a:prstGeom prst="rect">
                <a:avLst/>
              </a:prstGeom>
              <a:noFill/>
              <a:ln>
                <a:noFill/>
              </a:ln>
            </p:spPr>
            <p:txBody>
              <a:bodyPr wrap="none" rtlCol="0">
                <a:spAutoFit/>
              </a:bodyPr>
              <a:lstStyle/>
              <a:p>
                <a:pPr algn="ctr"/>
                <a:r>
                  <a:rPr lang="en-US" altLang="zh-CN" sz="2400" dirty="0" smtClean="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4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grpSp>
        <p:grpSp>
          <p:nvGrpSpPr>
            <p:cNvPr id="21" name="组合 20"/>
            <p:cNvGrpSpPr/>
            <p:nvPr/>
          </p:nvGrpSpPr>
          <p:grpSpPr>
            <a:xfrm>
              <a:off x="5274220" y="945019"/>
              <a:ext cx="516979" cy="517394"/>
              <a:chOff x="1919845" y="2887190"/>
              <a:chExt cx="1237258" cy="1238251"/>
            </a:xfrm>
          </p:grpSpPr>
          <p:sp>
            <p:nvSpPr>
              <p:cNvPr id="6" name="矩形 5"/>
              <p:cNvSpPr/>
              <p:nvPr/>
            </p:nvSpPr>
            <p:spPr>
              <a:xfrm>
                <a:off x="2257104" y="2887190"/>
                <a:ext cx="899999" cy="899999"/>
              </a:xfrm>
              <a:prstGeom prst="rect">
                <a:avLst/>
              </a:prstGeom>
              <a:solidFill>
                <a:srgbClr val="B60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919845" y="3403284"/>
                <a:ext cx="722157" cy="722157"/>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cxnSp>
        <p:nvCxnSpPr>
          <p:cNvPr id="3" name="直接连接符 2"/>
          <p:cNvCxnSpPr/>
          <p:nvPr/>
        </p:nvCxnSpPr>
        <p:spPr>
          <a:xfrm>
            <a:off x="3779157" y="2423160"/>
            <a:ext cx="0" cy="22504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4426837" y="2044284"/>
            <a:ext cx="5511800" cy="2584450"/>
          </a:xfrm>
          <a:prstGeom prst="rect">
            <a:avLst/>
          </a:prstGeom>
          <a:noFill/>
        </p:spPr>
        <p:txBody>
          <a:bodyPr wrap="none" rtlCol="0">
            <a:spAutoFit/>
            <a:scene3d>
              <a:camera prst="orthographicFront"/>
              <a:lightRig rig="threePt" dir="t"/>
            </a:scene3d>
            <a:sp3d contourW="12700"/>
          </a:bodyPr>
          <a:p>
            <a:pPr algn="l"/>
            <a:endParaRPr lang="zh-CN" sz="2400" b="1" dirty="0" smtClean="0">
              <a:solidFill>
                <a:srgbClr val="40404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r>
              <a:rPr lang="zh-CN" sz="2400" b="1" dirty="0" smtClean="0">
                <a:solidFill>
                  <a:schemeClr val="tx1"/>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rPr>
              <a:t>聊天机器人概述</a:t>
            </a:r>
            <a:endParaRPr lang="zh-CN" sz="2400" b="1" dirty="0" smtClean="0">
              <a:solidFill>
                <a:schemeClr val="tx1"/>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endParaRPr lang="zh-CN" altLang="en-US" sz="2400" b="1" dirty="0" smtClean="0">
              <a:solidFill>
                <a:srgbClr val="40404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r>
              <a:rPr lang="en-US" sz="2400" b="1" dirty="0" smtClean="0">
                <a:solidFill>
                  <a:srgbClr val="40404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rPr>
              <a:t>Streamlit</a:t>
            </a:r>
            <a:r>
              <a:rPr lang="zh-CN" altLang="en-US" sz="2400" b="1" dirty="0" smtClean="0">
                <a:solidFill>
                  <a:srgbClr val="40404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rPr>
              <a:t>技术详解</a:t>
            </a:r>
            <a:endParaRPr lang="zh-CN" altLang="en-US" sz="2400" b="1" dirty="0" smtClean="0">
              <a:solidFill>
                <a:srgbClr val="40404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endParaRPr lang="zh-CN" altLang="en-US" sz="2400" b="1" dirty="0" smtClean="0">
              <a:solidFill>
                <a:srgbClr val="40404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r>
              <a:rPr kumimoji="1" lang="zh-CN" altLang="en-US" sz="2400" dirty="0">
                <a:solidFill>
                  <a:schemeClr val="tx1"/>
                </a:solidFill>
                <a:sym typeface="+mn-ea"/>
              </a:rPr>
              <a:t>从零构建聊天机器人</a:t>
            </a:r>
            <a:endParaRPr kumimoji="1" lang="zh-CN" altLang="en-US" sz="2400" dirty="0">
              <a:solidFill>
                <a:schemeClr val="tx1"/>
              </a:solidFill>
              <a:sym typeface="+mn-ea"/>
            </a:endParaRPr>
          </a:p>
          <a:p>
            <a:pPr algn="l"/>
            <a:r>
              <a:rPr kumimoji="1" lang="en-US" altLang="zh-CN" dirty="0">
                <a:solidFill>
                  <a:srgbClr val="C00000"/>
                </a:solidFill>
                <a:sym typeface="+mn-ea"/>
              </a:rPr>
              <a:t>Streamlit+</a:t>
            </a:r>
            <a:r>
              <a:rPr kumimoji="1" lang="en-US" altLang="zh-CN" dirty="0" err="1">
                <a:solidFill>
                  <a:srgbClr val="C00000"/>
                </a:solidFill>
                <a:sym typeface="+mn-ea"/>
              </a:rPr>
              <a:t>Ollama+</a:t>
            </a:r>
            <a:r>
              <a:rPr kumimoji="1" lang="zh-CN" altLang="en-US" dirty="0" err="1">
                <a:solidFill>
                  <a:srgbClr val="C00000"/>
                </a:solidFill>
                <a:sym typeface="+mn-ea"/>
              </a:rPr>
              <a:t>本地私有大模型</a:t>
            </a:r>
            <a:r>
              <a:rPr kumimoji="1" lang="en-US" altLang="zh-CN" dirty="0" err="1">
                <a:solidFill>
                  <a:srgbClr val="C00000"/>
                </a:solidFill>
                <a:sym typeface="+mn-ea"/>
              </a:rPr>
              <a:t>(deepseek</a:t>
            </a:r>
            <a:r>
              <a:rPr kumimoji="1" lang="zh-CN" altLang="en-US" dirty="0" err="1">
                <a:solidFill>
                  <a:srgbClr val="C00000"/>
                </a:solidFill>
                <a:sym typeface="+mn-ea"/>
              </a:rPr>
              <a:t>和</a:t>
            </a:r>
            <a:r>
              <a:rPr kumimoji="1" lang="en-US" altLang="zh-CN" dirty="0" err="1">
                <a:solidFill>
                  <a:srgbClr val="C00000"/>
                </a:solidFill>
                <a:sym typeface="+mn-ea"/>
              </a:rPr>
              <a:t>qwen</a:t>
            </a:r>
            <a:r>
              <a:rPr kumimoji="1" lang="zh-CN" altLang="en-US" dirty="0" err="1">
                <a:solidFill>
                  <a:srgbClr val="C00000"/>
                </a:solidFill>
                <a:sym typeface="+mn-ea"/>
              </a:rPr>
              <a:t>等</a:t>
            </a:r>
            <a:r>
              <a:rPr kumimoji="1" lang="en-US" altLang="zh-CN" dirty="0" err="1">
                <a:solidFill>
                  <a:srgbClr val="C00000"/>
                </a:solidFill>
                <a:sym typeface="+mn-ea"/>
              </a:rPr>
              <a:t>)</a:t>
            </a:r>
            <a:endParaRPr lang="zh-CN" altLang="en-US" sz="2400" b="1" dirty="0" smtClean="0">
              <a:solidFill>
                <a:srgbClr val="40404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1531724" y="3055610"/>
            <a:ext cx="1788859" cy="985540"/>
            <a:chOff x="5274220" y="808509"/>
            <a:chExt cx="1788859" cy="985540"/>
          </a:xfrm>
        </p:grpSpPr>
        <p:grpSp>
          <p:nvGrpSpPr>
            <p:cNvPr id="24" name="组合 23"/>
            <p:cNvGrpSpPr/>
            <p:nvPr/>
          </p:nvGrpSpPr>
          <p:grpSpPr>
            <a:xfrm>
              <a:off x="5493698" y="808509"/>
              <a:ext cx="1569381" cy="985540"/>
              <a:chOff x="5546085" y="808509"/>
              <a:chExt cx="1569381" cy="985540"/>
            </a:xfrm>
          </p:grpSpPr>
          <p:sp>
            <p:nvSpPr>
              <p:cNvPr id="5" name="文本框 4"/>
              <p:cNvSpPr txBox="1"/>
              <p:nvPr/>
            </p:nvSpPr>
            <p:spPr>
              <a:xfrm>
                <a:off x="5869612" y="808509"/>
                <a:ext cx="1245854" cy="738664"/>
              </a:xfrm>
              <a:prstGeom prst="rect">
                <a:avLst/>
              </a:prstGeom>
              <a:noFill/>
              <a:ln>
                <a:noFill/>
              </a:ln>
            </p:spPr>
            <p:txBody>
              <a:bodyPr wrap="none" rtlCol="0">
                <a:spAutoFit/>
              </a:bodyPr>
              <a:lstStyle/>
              <a:p>
                <a:pPr algn="ctr"/>
                <a:r>
                  <a:rPr lang="zh-CN" altLang="en-US" sz="4200" dirty="0" smtClean="0">
                    <a:latin typeface="阿里巴巴普惠体" panose="00020600040101010101" pitchFamily="18" charset="-122"/>
                    <a:ea typeface="阿里巴巴普惠体" panose="00020600040101010101" pitchFamily="18" charset="-122"/>
                    <a:cs typeface="阿里巴巴普惠体" panose="00020600040101010101" pitchFamily="18" charset="-122"/>
                  </a:rPr>
                  <a:t>目录</a:t>
                </a:r>
                <a:endParaRPr lang="zh-CN" altLang="en-US" sz="42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文本框 6"/>
              <p:cNvSpPr txBox="1"/>
              <p:nvPr/>
            </p:nvSpPr>
            <p:spPr>
              <a:xfrm>
                <a:off x="5546085" y="1332384"/>
                <a:ext cx="1564852" cy="461665"/>
              </a:xfrm>
              <a:prstGeom prst="rect">
                <a:avLst/>
              </a:prstGeom>
              <a:noFill/>
              <a:ln>
                <a:noFill/>
              </a:ln>
            </p:spPr>
            <p:txBody>
              <a:bodyPr wrap="none" rtlCol="0">
                <a:spAutoFit/>
              </a:bodyPr>
              <a:lstStyle/>
              <a:p>
                <a:pPr algn="ctr"/>
                <a:r>
                  <a:rPr lang="en-US" altLang="zh-CN" sz="2400" dirty="0" smtClean="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4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grpSp>
        <p:grpSp>
          <p:nvGrpSpPr>
            <p:cNvPr id="21" name="组合 20"/>
            <p:cNvGrpSpPr/>
            <p:nvPr/>
          </p:nvGrpSpPr>
          <p:grpSpPr>
            <a:xfrm>
              <a:off x="5274220" y="945019"/>
              <a:ext cx="516979" cy="517394"/>
              <a:chOff x="1919845" y="2887190"/>
              <a:chExt cx="1237258" cy="1238251"/>
            </a:xfrm>
          </p:grpSpPr>
          <p:sp>
            <p:nvSpPr>
              <p:cNvPr id="6" name="矩形 5"/>
              <p:cNvSpPr/>
              <p:nvPr/>
            </p:nvSpPr>
            <p:spPr>
              <a:xfrm>
                <a:off x="2257104" y="2887190"/>
                <a:ext cx="899999" cy="899999"/>
              </a:xfrm>
              <a:prstGeom prst="rect">
                <a:avLst/>
              </a:prstGeom>
              <a:solidFill>
                <a:srgbClr val="B60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919845" y="3403284"/>
                <a:ext cx="722157" cy="722157"/>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cxnSp>
        <p:nvCxnSpPr>
          <p:cNvPr id="3" name="直接连接符 2"/>
          <p:cNvCxnSpPr/>
          <p:nvPr/>
        </p:nvCxnSpPr>
        <p:spPr>
          <a:xfrm>
            <a:off x="3779157" y="2423160"/>
            <a:ext cx="0" cy="22504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4426837" y="2044284"/>
            <a:ext cx="5511800" cy="2584450"/>
          </a:xfrm>
          <a:prstGeom prst="rect">
            <a:avLst/>
          </a:prstGeom>
          <a:noFill/>
        </p:spPr>
        <p:txBody>
          <a:bodyPr wrap="none" rtlCol="0">
            <a:spAutoFit/>
            <a:scene3d>
              <a:camera prst="orthographicFront"/>
              <a:lightRig rig="threePt" dir="t"/>
            </a:scene3d>
            <a:sp3d contourW="12700"/>
          </a:bodyPr>
          <a:p>
            <a:pPr algn="l"/>
            <a:endParaRPr lang="zh-CN" sz="2400" b="1" dirty="0" smtClean="0">
              <a:solidFill>
                <a:srgbClr val="40404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r>
              <a:rPr lang="zh-CN" sz="2400" b="1" dirty="0" smtClean="0">
                <a:solidFill>
                  <a:srgbClr val="C0000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rPr>
              <a:t>聊天机器人概述</a:t>
            </a:r>
            <a:endParaRPr lang="zh-CN" sz="2400" b="1" dirty="0" smtClean="0">
              <a:solidFill>
                <a:srgbClr val="C0000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endParaRPr lang="zh-CN" altLang="en-US" sz="2400" b="1" dirty="0" smtClean="0">
              <a:solidFill>
                <a:srgbClr val="40404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r>
              <a:rPr lang="en-US" sz="2400" b="1" dirty="0" smtClean="0">
                <a:solidFill>
                  <a:schemeClr val="tx1"/>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rPr>
              <a:t>Streamlit</a:t>
            </a:r>
            <a:r>
              <a:rPr lang="zh-CN" altLang="en-US" sz="2400" b="1" dirty="0" smtClean="0">
                <a:solidFill>
                  <a:schemeClr val="tx1"/>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rPr>
              <a:t>技术详解</a:t>
            </a:r>
            <a:endParaRPr lang="zh-CN" altLang="en-US" sz="2400" b="1" dirty="0" smtClean="0">
              <a:solidFill>
                <a:schemeClr val="tx1"/>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endParaRPr lang="zh-CN" altLang="en-US" sz="2400" b="1" dirty="0" smtClean="0">
              <a:solidFill>
                <a:srgbClr val="40404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r>
              <a:rPr kumimoji="1" lang="zh-CN" altLang="en-US" sz="2400" dirty="0">
                <a:solidFill>
                  <a:schemeClr val="tx1"/>
                </a:solidFill>
                <a:sym typeface="+mn-ea"/>
              </a:rPr>
              <a:t>从零构建聊天机器人</a:t>
            </a:r>
            <a:endParaRPr kumimoji="1" lang="zh-CN" altLang="en-US" sz="2400" dirty="0">
              <a:solidFill>
                <a:schemeClr val="tx1"/>
              </a:solidFill>
              <a:sym typeface="+mn-ea"/>
            </a:endParaRPr>
          </a:p>
          <a:p>
            <a:pPr algn="l"/>
            <a:r>
              <a:rPr kumimoji="1" lang="en-US" altLang="zh-CN" dirty="0">
                <a:solidFill>
                  <a:srgbClr val="C00000"/>
                </a:solidFill>
                <a:sym typeface="+mn-ea"/>
              </a:rPr>
              <a:t>Streamlit+</a:t>
            </a:r>
            <a:r>
              <a:rPr kumimoji="1" lang="en-US" altLang="zh-CN" dirty="0" err="1">
                <a:solidFill>
                  <a:srgbClr val="C00000"/>
                </a:solidFill>
                <a:sym typeface="+mn-ea"/>
              </a:rPr>
              <a:t>Ollama+</a:t>
            </a:r>
            <a:r>
              <a:rPr kumimoji="1" lang="zh-CN" altLang="en-US" dirty="0" err="1">
                <a:solidFill>
                  <a:srgbClr val="C00000"/>
                </a:solidFill>
                <a:sym typeface="+mn-ea"/>
              </a:rPr>
              <a:t>本地私有大模型</a:t>
            </a:r>
            <a:r>
              <a:rPr kumimoji="1" lang="en-US" altLang="zh-CN" dirty="0" err="1">
                <a:solidFill>
                  <a:srgbClr val="C00000"/>
                </a:solidFill>
                <a:sym typeface="+mn-ea"/>
              </a:rPr>
              <a:t>(deepseek</a:t>
            </a:r>
            <a:r>
              <a:rPr kumimoji="1" lang="zh-CN" altLang="en-US" dirty="0" err="1">
                <a:solidFill>
                  <a:srgbClr val="C00000"/>
                </a:solidFill>
                <a:sym typeface="+mn-ea"/>
              </a:rPr>
              <a:t>和</a:t>
            </a:r>
            <a:r>
              <a:rPr kumimoji="1" lang="en-US" altLang="zh-CN" dirty="0" err="1">
                <a:solidFill>
                  <a:srgbClr val="C00000"/>
                </a:solidFill>
                <a:sym typeface="+mn-ea"/>
              </a:rPr>
              <a:t>qwen</a:t>
            </a:r>
            <a:r>
              <a:rPr kumimoji="1" lang="zh-CN" altLang="en-US" dirty="0" err="1">
                <a:solidFill>
                  <a:srgbClr val="C00000"/>
                </a:solidFill>
                <a:sym typeface="+mn-ea"/>
              </a:rPr>
              <a:t>等</a:t>
            </a:r>
            <a:r>
              <a:rPr kumimoji="1" lang="en-US" altLang="zh-CN" dirty="0" err="1">
                <a:solidFill>
                  <a:srgbClr val="C00000"/>
                </a:solidFill>
                <a:sym typeface="+mn-ea"/>
              </a:rPr>
              <a:t>)</a:t>
            </a:r>
            <a:endParaRPr lang="zh-CN" altLang="en-US" sz="2400" b="1" dirty="0" smtClean="0">
              <a:solidFill>
                <a:srgbClr val="40404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圆角右箭头 26"/>
          <p:cNvSpPr/>
          <p:nvPr/>
        </p:nvSpPr>
        <p:spPr>
          <a:xfrm flipH="1" flipV="1">
            <a:off x="2901315" y="4983480"/>
            <a:ext cx="1445895" cy="580390"/>
          </a:xfrm>
          <a:prstGeom prst="ben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25" name="圆角右箭头 24"/>
          <p:cNvSpPr/>
          <p:nvPr/>
        </p:nvSpPr>
        <p:spPr>
          <a:xfrm flipV="1">
            <a:off x="6649720" y="4983480"/>
            <a:ext cx="1445895" cy="580390"/>
          </a:xfrm>
          <a:prstGeom prst="bentArrow">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24" name="圆角右箭头 23"/>
          <p:cNvSpPr/>
          <p:nvPr/>
        </p:nvSpPr>
        <p:spPr>
          <a:xfrm flipH="1">
            <a:off x="2901315" y="2227580"/>
            <a:ext cx="1445895" cy="580390"/>
          </a:xfrm>
          <a:prstGeom prst="bent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solidFill>
            </a:endParaRPr>
          </a:p>
        </p:txBody>
      </p:sp>
      <p:sp>
        <p:nvSpPr>
          <p:cNvPr id="7" name="文本占位符 4"/>
          <p:cNvSpPr>
            <a:spLocks noGrp="1"/>
          </p:cNvSpPr>
          <p:nvPr/>
        </p:nvSpPr>
        <p:spPr>
          <a:xfrm>
            <a:off x="710880" y="940081"/>
            <a:ext cx="10698800" cy="517190"/>
          </a:xfrm>
          <a:prstGeom prst="rect">
            <a:avLst/>
          </a:prstGeom>
        </p:spPr>
        <p:txBody>
          <a:bodyPr anchor="ctr" anchorCtr="0"/>
          <a:lstStyle>
            <a:lvl1pPr marL="0" indent="0" algn="l" rtl="0" eaLnBrk="0" fontAlgn="base" hangingPunct="0">
              <a:spcBef>
                <a:spcPct val="20000"/>
              </a:spcBef>
              <a:spcAft>
                <a:spcPct val="0"/>
              </a:spcAft>
              <a:buFont typeface="Arial" panose="020B0604020202020204" pitchFamily="34" charset="0"/>
              <a:buNone/>
              <a:defRPr lang="zh-CN" altLang="en-US" sz="2400" b="1" kern="1200" dirty="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lang="zh-CN" altLang="en-US" dirty="0"/>
              <a:t>什么是聊天机器人</a:t>
            </a:r>
            <a:endParaRPr lang="zh-CN" altLang="en-US" dirty="0"/>
          </a:p>
        </p:txBody>
      </p:sp>
      <p:sp>
        <p:nvSpPr>
          <p:cNvPr id="9" name="文本框 8"/>
          <p:cNvSpPr txBox="1"/>
          <p:nvPr/>
        </p:nvSpPr>
        <p:spPr>
          <a:xfrm>
            <a:off x="8171180" y="5162550"/>
            <a:ext cx="3429000" cy="681355"/>
          </a:xfrm>
          <a:prstGeom prst="rect">
            <a:avLst/>
          </a:prstGeom>
          <a:noFill/>
        </p:spPr>
        <p:txBody>
          <a:bodyPr wrap="square" rtlCol="0">
            <a:spAutoFit/>
            <a:scene3d>
              <a:camera prst="orthographicFront"/>
              <a:lightRig rig="threePt" dir="t"/>
            </a:scene3d>
            <a:sp3d contourW="12700"/>
          </a:bodyPr>
          <a:lstStyle/>
          <a:p>
            <a:pPr indent="0" algn="just" fontAlgn="auto">
              <a:lnSpc>
                <a:spcPct val="120000"/>
              </a:lnSpc>
            </a:pPr>
            <a:r>
              <a:rPr lang="en-US" altLang="zh-CN" sz="1600" dirty="0" err="1">
                <a:latin typeface="阿里巴巴普惠体 R" panose="00020600040101010101" pitchFamily="18" charset="-122"/>
                <a:ea typeface="阿里巴巴普惠体 R" panose="00020600040101010101" pitchFamily="18" charset="-122"/>
                <a:cs typeface="Alibaba PuHuiTi Regular" panose="00020600040101010101" charset="-122"/>
              </a:rPr>
              <a:t>利用自然语言处理、机器学习等技术</a:t>
            </a:r>
            <a:r>
              <a:rPr lang="zh-CN" altLang="en-US" sz="1600" dirty="0" err="1">
                <a:latin typeface="阿里巴巴普惠体 R" panose="00020600040101010101" pitchFamily="18" charset="-122"/>
                <a:ea typeface="阿里巴巴普惠体 R" panose="00020600040101010101" pitchFamily="18" charset="-122"/>
                <a:cs typeface="Alibaba PuHuiTi Regular" panose="00020600040101010101" charset="-122"/>
              </a:rPr>
              <a:t>。当前最热：</a:t>
            </a:r>
            <a:r>
              <a:rPr lang="zh-CN" altLang="en-US" sz="1600" dirty="0" err="1">
                <a:solidFill>
                  <a:srgbClr val="C00000"/>
                </a:solidFill>
                <a:latin typeface="阿里巴巴普惠体 R" panose="00020600040101010101" pitchFamily="18" charset="-122"/>
                <a:ea typeface="阿里巴巴普惠体 R" panose="00020600040101010101" pitchFamily="18" charset="-122"/>
                <a:cs typeface="Alibaba PuHuiTi Regular" panose="00020600040101010101" charset="-122"/>
              </a:rPr>
              <a:t>大模型技术</a:t>
            </a:r>
            <a:endParaRPr lang="zh-CN" altLang="en-US" sz="1600" dirty="0" err="1">
              <a:solidFill>
                <a:srgbClr val="C00000"/>
              </a:solidFill>
              <a:latin typeface="阿里巴巴普惠体 R" panose="00020600040101010101" pitchFamily="18" charset="-122"/>
              <a:ea typeface="阿里巴巴普惠体 R" panose="00020600040101010101" pitchFamily="18" charset="-122"/>
              <a:cs typeface="Alibaba PuHuiTi Regular" panose="00020600040101010101" charset="-122"/>
            </a:endParaRPr>
          </a:p>
        </p:txBody>
      </p:sp>
      <p:sp>
        <p:nvSpPr>
          <p:cNvPr id="10" name="文本框 9"/>
          <p:cNvSpPr txBox="1"/>
          <p:nvPr/>
        </p:nvSpPr>
        <p:spPr>
          <a:xfrm>
            <a:off x="6718935" y="1890395"/>
            <a:ext cx="1193800" cy="369332"/>
          </a:xfrm>
          <a:prstGeom prst="rect">
            <a:avLst/>
          </a:prstGeom>
          <a:noFill/>
        </p:spPr>
        <p:txBody>
          <a:bodyPr wrap="square" rtlCol="0">
            <a:spAutoFit/>
            <a:scene3d>
              <a:camera prst="orthographicFront"/>
              <a:lightRig rig="threePt" dir="t"/>
            </a:scene3d>
            <a:sp3d contourW="12700"/>
          </a:bodyPr>
          <a:lstStyle/>
          <a:p>
            <a:pPr algn="r"/>
            <a:r>
              <a:rPr lang="zh-CN" b="1" dirty="0" err="1">
                <a:solidFill>
                  <a:srgbClr val="C00000"/>
                </a:solidFill>
                <a:latin typeface="阿里巴巴普惠体 2.0 65 Medium" panose="00020600040101010101" pitchFamily="18" charset="-122"/>
                <a:ea typeface="阿里巴巴普惠体 2.0 65 Medium" panose="00020600040101010101" pitchFamily="18" charset="-122"/>
                <a:cs typeface="阿里巴巴普惠体 2.0 65 Medium" panose="00020600040101010101" pitchFamily="18" charset="-122"/>
              </a:rPr>
              <a:t>关键问题</a:t>
            </a:r>
            <a:endParaRPr lang="zh-CN" b="1" dirty="0" err="1">
              <a:solidFill>
                <a:srgbClr val="C00000"/>
              </a:solidFill>
              <a:latin typeface="阿里巴巴普惠体 2.0 65 Medium" panose="00020600040101010101" pitchFamily="18" charset="-122"/>
              <a:ea typeface="阿里巴巴普惠体 2.0 65 Medium" panose="00020600040101010101" pitchFamily="18" charset="-122"/>
              <a:cs typeface="阿里巴巴普惠体 2.0 65 Medium" panose="00020600040101010101" pitchFamily="18" charset="-122"/>
            </a:endParaRPr>
          </a:p>
        </p:txBody>
      </p:sp>
      <p:sp>
        <p:nvSpPr>
          <p:cNvPr id="8" name="圆角右箭头 7"/>
          <p:cNvSpPr/>
          <p:nvPr/>
        </p:nvSpPr>
        <p:spPr>
          <a:xfrm>
            <a:off x="6649720" y="2226310"/>
            <a:ext cx="1445895" cy="580390"/>
          </a:xfrm>
          <a:prstGeom prst="ben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文本框 11"/>
          <p:cNvSpPr txBox="1"/>
          <p:nvPr/>
        </p:nvSpPr>
        <p:spPr>
          <a:xfrm>
            <a:off x="8095615" y="2226310"/>
            <a:ext cx="3505200" cy="941705"/>
          </a:xfrm>
          <a:prstGeom prst="rect">
            <a:avLst/>
          </a:prstGeom>
          <a:noFill/>
        </p:spPr>
        <p:txBody>
          <a:bodyPr wrap="square" rtlCol="0">
            <a:noAutofit/>
            <a:scene3d>
              <a:camera prst="orthographicFront"/>
              <a:lightRig rig="threePt" dir="t"/>
            </a:scene3d>
            <a:sp3d contourW="12700"/>
          </a:bodyPr>
          <a:lstStyle/>
          <a:p>
            <a:pPr indent="0" algn="just" fontAlgn="auto">
              <a:lnSpc>
                <a:spcPct val="120000"/>
              </a:lnSpc>
            </a:pPr>
            <a:r>
              <a:rPr lang="zh-CN" altLang="en-US" sz="1600" dirty="0" err="1">
                <a:latin typeface="阿里巴巴普惠体 R" panose="00020600040101010101" pitchFamily="18" charset="-122"/>
                <a:ea typeface="阿里巴巴普惠体 R" panose="00020600040101010101" pitchFamily="18" charset="-122"/>
                <a:cs typeface="Alibaba PuHuiTi Regular" panose="00020600040101010101" charset="-122"/>
              </a:rPr>
              <a:t>机器的回复是否是人类可以理解的或者是人类习惯在日常生活中习惯表达的？</a:t>
            </a:r>
            <a:endParaRPr lang="zh-CN" altLang="en-US" sz="1600" dirty="0" err="1">
              <a:latin typeface="阿里巴巴普惠体 R" panose="00020600040101010101" pitchFamily="18" charset="-122"/>
              <a:ea typeface="阿里巴巴普惠体 R" panose="00020600040101010101" pitchFamily="18" charset="-122"/>
              <a:cs typeface="Alibaba PuHuiTi Regular" panose="00020600040101010101" charset="-122"/>
            </a:endParaRPr>
          </a:p>
        </p:txBody>
      </p:sp>
      <p:sp>
        <p:nvSpPr>
          <p:cNvPr id="13" name="文本框 12"/>
          <p:cNvSpPr txBox="1"/>
          <p:nvPr/>
        </p:nvSpPr>
        <p:spPr>
          <a:xfrm>
            <a:off x="8095615" y="1795780"/>
            <a:ext cx="3568700" cy="517525"/>
          </a:xfrm>
          <a:prstGeom prst="rect">
            <a:avLst/>
          </a:prstGeom>
          <a:noFill/>
        </p:spPr>
        <p:txBody>
          <a:bodyPr wrap="square" rtlCol="0">
            <a:noAutofit/>
            <a:scene3d>
              <a:camera prst="orthographicFront"/>
              <a:lightRig rig="threePt" dir="t"/>
            </a:scene3d>
            <a:sp3d contourW="12700"/>
          </a:bodyPr>
          <a:lstStyle/>
          <a:p>
            <a:pPr indent="0" algn="just" fontAlgn="auto">
              <a:lnSpc>
                <a:spcPct val="120000"/>
              </a:lnSpc>
            </a:pPr>
            <a:r>
              <a:rPr lang="zh-CN" altLang="en-US" sz="1600" dirty="0" err="1">
                <a:latin typeface="阿里巴巴普惠体 R" panose="00020600040101010101" pitchFamily="18" charset="-122"/>
                <a:ea typeface="阿里巴巴普惠体 R" panose="00020600040101010101" pitchFamily="18" charset="-122"/>
                <a:cs typeface="Alibaba PuHuiTi Regular" panose="00020600040101010101" charset="-122"/>
              </a:rPr>
              <a:t>机器如何判断一条输入句子的合理性？</a:t>
            </a:r>
            <a:endParaRPr lang="zh-CN" altLang="en-US" sz="1600" dirty="0" err="1">
              <a:latin typeface="阿里巴巴普惠体 R" panose="00020600040101010101" pitchFamily="18" charset="-122"/>
              <a:ea typeface="阿里巴巴普惠体 R" panose="00020600040101010101" pitchFamily="18" charset="-122"/>
              <a:cs typeface="Alibaba PuHuiTi Regular" panose="00020600040101010101" charset="-122"/>
            </a:endParaRPr>
          </a:p>
        </p:txBody>
      </p:sp>
      <p:sp>
        <p:nvSpPr>
          <p:cNvPr id="15" name="文本框 14"/>
          <p:cNvSpPr txBox="1"/>
          <p:nvPr/>
        </p:nvSpPr>
        <p:spPr>
          <a:xfrm>
            <a:off x="6776085" y="5526405"/>
            <a:ext cx="1193165" cy="369332"/>
          </a:xfrm>
          <a:prstGeom prst="rect">
            <a:avLst/>
          </a:prstGeom>
          <a:noFill/>
        </p:spPr>
        <p:txBody>
          <a:bodyPr wrap="square" rtlCol="0">
            <a:spAutoFit/>
            <a:scene3d>
              <a:camera prst="orthographicFront"/>
              <a:lightRig rig="threePt" dir="t"/>
            </a:scene3d>
            <a:sp3d contourW="12700"/>
          </a:bodyPr>
          <a:lstStyle/>
          <a:p>
            <a:pPr algn="r"/>
            <a:r>
              <a:rPr lang="zh-CN" b="1" dirty="0" err="1">
                <a:gradFill>
                  <a:gsLst>
                    <a:gs pos="0">
                      <a:srgbClr val="14CD68"/>
                    </a:gs>
                    <a:gs pos="100000">
                      <a:srgbClr val="0B6E38"/>
                    </a:gs>
                  </a:gsLst>
                  <a:lin scaled="0"/>
                </a:gradFill>
                <a:latin typeface="阿里巴巴普惠体 2.0 65 Medium" panose="00020600040101010101" pitchFamily="18" charset="-122"/>
                <a:ea typeface="阿里巴巴普惠体 2.0 65 Medium" panose="00020600040101010101" pitchFamily="18" charset="-122"/>
                <a:cs typeface="阿里巴巴普惠体 2.0 65 Medium" panose="00020600040101010101" pitchFamily="18" charset="-122"/>
              </a:rPr>
              <a:t>解决方法</a:t>
            </a:r>
            <a:endParaRPr lang="zh-CN" b="1" dirty="0" err="1">
              <a:gradFill>
                <a:gsLst>
                  <a:gs pos="0">
                    <a:srgbClr val="14CD68"/>
                  </a:gs>
                  <a:gs pos="100000">
                    <a:srgbClr val="0B6E38"/>
                  </a:gs>
                </a:gsLst>
                <a:lin scaled="0"/>
              </a:gradFill>
              <a:latin typeface="阿里巴巴普惠体 2.0 65 Medium" panose="00020600040101010101" pitchFamily="18" charset="-122"/>
              <a:ea typeface="阿里巴巴普惠体 2.0 65 Medium" panose="00020600040101010101" pitchFamily="18" charset="-122"/>
              <a:cs typeface="阿里巴巴普惠体 2.0 65 Medium" panose="00020600040101010101" pitchFamily="18" charset="-122"/>
            </a:endParaRPr>
          </a:p>
        </p:txBody>
      </p:sp>
      <p:sp>
        <p:nvSpPr>
          <p:cNvPr id="17" name="文本框 16"/>
          <p:cNvSpPr txBox="1"/>
          <p:nvPr/>
        </p:nvSpPr>
        <p:spPr>
          <a:xfrm>
            <a:off x="2925445" y="1890395"/>
            <a:ext cx="1193800" cy="369332"/>
          </a:xfrm>
          <a:prstGeom prst="rect">
            <a:avLst/>
          </a:prstGeom>
          <a:noFill/>
        </p:spPr>
        <p:txBody>
          <a:bodyPr wrap="square" rtlCol="0">
            <a:spAutoFit/>
            <a:scene3d>
              <a:camera prst="orthographicFront"/>
              <a:lightRig rig="threePt" dir="t"/>
            </a:scene3d>
            <a:sp3d contourW="12700"/>
          </a:bodyPr>
          <a:lstStyle/>
          <a:p>
            <a:pPr algn="r"/>
            <a:r>
              <a:rPr lang="zh-CN" b="1" dirty="0" err="1">
                <a:solidFill>
                  <a:srgbClr val="FFC000"/>
                </a:solidFill>
                <a:latin typeface="阿里巴巴普惠体 2.0 65 Medium" panose="00020600040101010101" pitchFamily="18" charset="-122"/>
                <a:ea typeface="阿里巴巴普惠体 2.0 65 Medium" panose="00020600040101010101" pitchFamily="18" charset="-122"/>
                <a:cs typeface="阿里巴巴普惠体 2.0 65 Medium" panose="00020600040101010101" pitchFamily="18" charset="-122"/>
              </a:rPr>
              <a:t>基本定义</a:t>
            </a:r>
            <a:endParaRPr lang="zh-CN" b="1" dirty="0" err="1">
              <a:solidFill>
                <a:srgbClr val="FFC000"/>
              </a:solidFill>
              <a:latin typeface="阿里巴巴普惠体 2.0 65 Medium" panose="00020600040101010101" pitchFamily="18" charset="-122"/>
              <a:ea typeface="阿里巴巴普惠体 2.0 65 Medium" panose="00020600040101010101" pitchFamily="18" charset="-122"/>
              <a:cs typeface="阿里巴巴普惠体 2.0 65 Medium" panose="00020600040101010101" pitchFamily="18" charset="-122"/>
            </a:endParaRPr>
          </a:p>
        </p:txBody>
      </p:sp>
      <p:sp>
        <p:nvSpPr>
          <p:cNvPr id="18" name="文本框 17"/>
          <p:cNvSpPr txBox="1"/>
          <p:nvPr/>
        </p:nvSpPr>
        <p:spPr>
          <a:xfrm>
            <a:off x="827405" y="2037715"/>
            <a:ext cx="2058670" cy="768985"/>
          </a:xfrm>
          <a:prstGeom prst="rect">
            <a:avLst/>
          </a:prstGeom>
          <a:noFill/>
        </p:spPr>
        <p:txBody>
          <a:bodyPr wrap="square" rtlCol="0">
            <a:noAutofit/>
            <a:scene3d>
              <a:camera prst="orthographicFront"/>
              <a:lightRig rig="threePt" dir="t"/>
            </a:scene3d>
            <a:sp3d contourW="12700"/>
          </a:bodyPr>
          <a:lstStyle/>
          <a:p>
            <a:pPr indent="0" algn="just" fontAlgn="auto">
              <a:lnSpc>
                <a:spcPct val="120000"/>
              </a:lnSpc>
            </a:pPr>
            <a:r>
              <a:rPr lang="zh-CN" altLang="en-US" sz="1600" dirty="0" err="1">
                <a:latin typeface="阿里巴巴普惠体 R" panose="00020600040101010101" pitchFamily="18" charset="-122"/>
                <a:ea typeface="阿里巴巴普惠体 R" panose="00020600040101010101" pitchFamily="18" charset="-122"/>
                <a:cs typeface="Alibaba PuHuiTi Regular" panose="00020600040101010101" charset="-122"/>
              </a:rPr>
              <a:t>一个用来模拟人类对话或聊天的程序。</a:t>
            </a:r>
            <a:endParaRPr lang="zh-CN" altLang="en-US" sz="1600" dirty="0" err="1">
              <a:latin typeface="阿里巴巴普惠体 R" panose="00020600040101010101" pitchFamily="18" charset="-122"/>
              <a:ea typeface="阿里巴巴普惠体 R" panose="00020600040101010101" pitchFamily="18" charset="-122"/>
              <a:cs typeface="Alibaba PuHuiTi Regular" panose="00020600040101010101" charset="-122"/>
            </a:endParaRPr>
          </a:p>
        </p:txBody>
      </p:sp>
      <p:sp>
        <p:nvSpPr>
          <p:cNvPr id="22" name="文本框 21"/>
          <p:cNvSpPr txBox="1"/>
          <p:nvPr/>
        </p:nvSpPr>
        <p:spPr>
          <a:xfrm flipH="1">
            <a:off x="647065" y="5066665"/>
            <a:ext cx="2239010" cy="868680"/>
          </a:xfrm>
          <a:prstGeom prst="rect">
            <a:avLst/>
          </a:prstGeom>
          <a:noFill/>
        </p:spPr>
        <p:txBody>
          <a:bodyPr wrap="square" rtlCol="0">
            <a:noAutofit/>
            <a:scene3d>
              <a:camera prst="orthographicFront"/>
              <a:lightRig rig="threePt" dir="t"/>
            </a:scene3d>
            <a:sp3d contourW="12700"/>
          </a:bodyPr>
          <a:lstStyle/>
          <a:p>
            <a:pPr indent="0" algn="just" fontAlgn="auto">
              <a:lnSpc>
                <a:spcPct val="120000"/>
              </a:lnSpc>
            </a:pPr>
            <a:r>
              <a:rPr lang="zh-CN" altLang="en-US" sz="1600" dirty="0" err="1">
                <a:latin typeface="阿里巴巴普惠体 R" panose="00020600040101010101" pitchFamily="18" charset="-122"/>
                <a:ea typeface="阿里巴巴普惠体 R" panose="00020600040101010101" pitchFamily="18" charset="-122"/>
                <a:cs typeface="Alibaba PuHuiTi Regular" panose="00020600040101010101" charset="-122"/>
              </a:rPr>
              <a:t>客服支持、智能助手、社交互动、教育学习等</a:t>
            </a:r>
            <a:endParaRPr lang="zh-CN" altLang="en-US" sz="1600" dirty="0" err="1">
              <a:latin typeface="阿里巴巴普惠体 R" panose="00020600040101010101" pitchFamily="18" charset="-122"/>
              <a:ea typeface="阿里巴巴普惠体 R" panose="00020600040101010101" pitchFamily="18" charset="-122"/>
              <a:cs typeface="Alibaba PuHuiTi Regular" panose="00020600040101010101" charset="-122"/>
            </a:endParaRPr>
          </a:p>
        </p:txBody>
      </p:sp>
      <p:sp>
        <p:nvSpPr>
          <p:cNvPr id="23" name="文本框 22"/>
          <p:cNvSpPr txBox="1"/>
          <p:nvPr/>
        </p:nvSpPr>
        <p:spPr>
          <a:xfrm flipH="1">
            <a:off x="2926080" y="5506720"/>
            <a:ext cx="1193165" cy="369332"/>
          </a:xfrm>
          <a:prstGeom prst="rect">
            <a:avLst/>
          </a:prstGeom>
          <a:noFill/>
        </p:spPr>
        <p:txBody>
          <a:bodyPr wrap="square" rtlCol="0">
            <a:spAutoFit/>
            <a:scene3d>
              <a:camera prst="orthographicFront"/>
              <a:lightRig rig="threePt" dir="t"/>
            </a:scene3d>
            <a:sp3d contourW="12700"/>
          </a:bodyPr>
          <a:lstStyle/>
          <a:p>
            <a:pPr algn="r"/>
            <a:r>
              <a:rPr lang="zh-CN" b="1" dirty="0" err="1">
                <a:solidFill>
                  <a:schemeClr val="accent1"/>
                </a:solidFill>
                <a:latin typeface="阿里巴巴普惠体 2.0 65 Medium" panose="00020600040101010101" pitchFamily="18" charset="-122"/>
                <a:ea typeface="阿里巴巴普惠体 2.0 65 Medium" panose="00020600040101010101" pitchFamily="18" charset="-122"/>
                <a:cs typeface="阿里巴巴普惠体 2.0 65 Medium" panose="00020600040101010101" pitchFamily="18" charset="-122"/>
              </a:rPr>
              <a:t>主要应用</a:t>
            </a:r>
            <a:endParaRPr lang="zh-CN" b="1" dirty="0" err="1">
              <a:solidFill>
                <a:schemeClr val="accent1"/>
              </a:solidFill>
              <a:latin typeface="阿里巴巴普惠体 2.0 65 Medium" panose="00020600040101010101" pitchFamily="18" charset="-122"/>
              <a:ea typeface="阿里巴巴普惠体 2.0 65 Medium" panose="00020600040101010101" pitchFamily="18" charset="-122"/>
              <a:cs typeface="阿里巴巴普惠体 2.0 65 Medium" panose="00020600040101010101" pitchFamily="18" charset="-122"/>
            </a:endParaRPr>
          </a:p>
        </p:txBody>
      </p:sp>
      <p:pic>
        <p:nvPicPr>
          <p:cNvPr id="11" name="图片 10"/>
          <p:cNvPicPr>
            <a:picLocks noChangeAspect="1"/>
          </p:cNvPicPr>
          <p:nvPr>
            <p:custDataLst>
              <p:tags r:id="rId1"/>
            </p:custDataLst>
          </p:nvPr>
        </p:nvPicPr>
        <p:blipFill>
          <a:blip r:embed="rId2"/>
          <a:stretch>
            <a:fillRect/>
          </a:stretch>
        </p:blipFill>
        <p:spPr>
          <a:xfrm>
            <a:off x="3814445" y="2660650"/>
            <a:ext cx="3568700" cy="2581910"/>
          </a:xfrm>
          <a:prstGeom prst="round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linds(horizontal)">
                                      <p:cBhvr>
                                        <p:cTn id="7" dur="500"/>
                                        <p:tgtEl>
                                          <p:spTgt spid="2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linds(horizontal)">
                                      <p:cBhvr>
                                        <p:cTn id="10" dur="500"/>
                                        <p:tgtEl>
                                          <p:spTgt spid="1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blinds(horizontal)">
                                      <p:cBhvr>
                                        <p:cTn id="13" dur="500"/>
                                        <p:tgtEl>
                                          <p:spTgt spid="18"/>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7"/>
                                        </p:tgtEl>
                                        <p:attrNameLst>
                                          <p:attrName>style.visibility</p:attrName>
                                        </p:attrNameLst>
                                      </p:cBhvr>
                                      <p:to>
                                        <p:strVal val="visible"/>
                                      </p:to>
                                    </p:set>
                                    <p:animEffect transition="in" filter="blinds(horizontal)">
                                      <p:cBhvr>
                                        <p:cTn id="18" dur="500"/>
                                        <p:tgtEl>
                                          <p:spTgt spid="27"/>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blinds(horizontal)">
                                      <p:cBhvr>
                                        <p:cTn id="21" dur="500"/>
                                        <p:tgtEl>
                                          <p:spTgt spid="23"/>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blinds(horizontal)">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linds(horizontal)">
                                      <p:cBhvr>
                                        <p:cTn id="29" dur="500"/>
                                        <p:tgtEl>
                                          <p:spTgt spid="8"/>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blinds(horizontal)">
                                      <p:cBhvr>
                                        <p:cTn id="32" dur="500"/>
                                        <p:tgtEl>
                                          <p:spTgt spid="10"/>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blinds(horizontal)">
                                      <p:cBhvr>
                                        <p:cTn id="35" dur="500"/>
                                        <p:tgtEl>
                                          <p:spTgt spid="13"/>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blinds(horizontal)">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blinds(horizontal)">
                                      <p:cBhvr>
                                        <p:cTn id="43" dur="500"/>
                                        <p:tgtEl>
                                          <p:spTgt spid="15"/>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blinds(horizontal)">
                                      <p:cBhvr>
                                        <p:cTn id="46" dur="500"/>
                                        <p:tgtEl>
                                          <p:spTgt spid="25"/>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blinds(horizontal)">
                                      <p:cBhvr>
                                        <p:cTn id="4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bldLvl="0" animBg="1"/>
      <p:bldP spid="27" grpId="1" animBg="1"/>
      <p:bldP spid="25" grpId="0" bldLvl="0" animBg="1"/>
      <p:bldP spid="25" grpId="1" animBg="1"/>
      <p:bldP spid="24" grpId="0" bldLvl="0" animBg="1"/>
      <p:bldP spid="24" grpId="1" animBg="1"/>
      <p:bldP spid="9" grpId="0"/>
      <p:bldP spid="9" grpId="1"/>
      <p:bldP spid="10" grpId="0"/>
      <p:bldP spid="10" grpId="1"/>
      <p:bldP spid="8" grpId="0" bldLvl="0" animBg="1"/>
      <p:bldP spid="8" grpId="1" animBg="1"/>
      <p:bldP spid="12" grpId="0"/>
      <p:bldP spid="12" grpId="1"/>
      <p:bldP spid="13" grpId="0"/>
      <p:bldP spid="13" grpId="1"/>
      <p:bldP spid="15" grpId="0"/>
      <p:bldP spid="15" grpId="1"/>
      <p:bldP spid="17" grpId="0"/>
      <p:bldP spid="17" grpId="1"/>
      <p:bldP spid="18" grpId="0"/>
      <p:bldP spid="18" grpId="1"/>
      <p:bldP spid="22" grpId="0"/>
      <p:bldP spid="22" grpId="1"/>
      <p:bldP spid="23" grpId="0"/>
      <p:bldP spid="23" grpId="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本次构建的聊天机器人效果</a:t>
            </a:r>
            <a:r>
              <a:rPr lang="en-US" altLang="zh-CN"/>
              <a:t>:</a:t>
            </a:r>
            <a:endParaRPr lang="en-US" altLang="zh-CN"/>
          </a:p>
        </p:txBody>
      </p:sp>
      <p:pic>
        <p:nvPicPr>
          <p:cNvPr id="5" name="图片 4"/>
          <p:cNvPicPr>
            <a:picLocks noChangeAspect="1"/>
          </p:cNvPicPr>
          <p:nvPr/>
        </p:nvPicPr>
        <p:blipFill>
          <a:blip r:embed="rId1"/>
          <a:stretch>
            <a:fillRect/>
          </a:stretch>
        </p:blipFill>
        <p:spPr>
          <a:xfrm>
            <a:off x="2076450" y="1513840"/>
            <a:ext cx="5945505" cy="4932680"/>
          </a:xfrm>
          <a:prstGeom prst="rect">
            <a:avLst/>
          </a:prstGeom>
        </p:spPr>
      </p:pic>
      <p:pic>
        <p:nvPicPr>
          <p:cNvPr id="6" name="图片 5" descr="01 (134)"/>
          <p:cNvPicPr>
            <a:picLocks noChangeAspect="1"/>
          </p:cNvPicPr>
          <p:nvPr/>
        </p:nvPicPr>
        <p:blipFill>
          <a:blip r:embed="rId2"/>
          <a:stretch>
            <a:fillRect/>
          </a:stretch>
        </p:blipFill>
        <p:spPr>
          <a:xfrm>
            <a:off x="6887210" y="1593850"/>
            <a:ext cx="3810000" cy="3810000"/>
          </a:xfrm>
          <a:prstGeom prst="rect">
            <a:avLst/>
          </a:prstGeom>
        </p:spPr>
      </p:pic>
      <p:sp>
        <p:nvSpPr>
          <p:cNvPr id="8" name="文本框 7"/>
          <p:cNvSpPr txBox="1"/>
          <p:nvPr/>
        </p:nvSpPr>
        <p:spPr>
          <a:xfrm>
            <a:off x="2159000" y="1593215"/>
            <a:ext cx="5974080" cy="4852670"/>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wrap="square">
            <a:noAutofit/>
          </a:bodyPr>
          <a:p>
            <a:pPr indent="0" fontAlgn="auto">
              <a:lnSpc>
                <a:spcPts val="1800"/>
              </a:lnSpc>
            </a:pPr>
            <a:endParaRPr lang="en-US" altLang="zh-CN" sz="1600" b="0" i="1">
              <a:solidFill>
                <a:srgbClr val="AAAAAA"/>
              </a:solidFill>
              <a:latin typeface="Consolas" panose="020B0609020204030204"/>
              <a:ea typeface="Consolas" panose="020B0609020204030204"/>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1531724" y="3055610"/>
            <a:ext cx="1788859" cy="985540"/>
            <a:chOff x="5274220" y="808509"/>
            <a:chExt cx="1788859" cy="985540"/>
          </a:xfrm>
        </p:grpSpPr>
        <p:grpSp>
          <p:nvGrpSpPr>
            <p:cNvPr id="24" name="组合 23"/>
            <p:cNvGrpSpPr/>
            <p:nvPr/>
          </p:nvGrpSpPr>
          <p:grpSpPr>
            <a:xfrm>
              <a:off x="5493698" y="808509"/>
              <a:ext cx="1569381" cy="985540"/>
              <a:chOff x="5546085" y="808509"/>
              <a:chExt cx="1569381" cy="985540"/>
            </a:xfrm>
          </p:grpSpPr>
          <p:sp>
            <p:nvSpPr>
              <p:cNvPr id="5" name="文本框 4"/>
              <p:cNvSpPr txBox="1"/>
              <p:nvPr/>
            </p:nvSpPr>
            <p:spPr>
              <a:xfrm>
                <a:off x="5869612" y="808509"/>
                <a:ext cx="1245854" cy="738664"/>
              </a:xfrm>
              <a:prstGeom prst="rect">
                <a:avLst/>
              </a:prstGeom>
              <a:noFill/>
              <a:ln>
                <a:noFill/>
              </a:ln>
            </p:spPr>
            <p:txBody>
              <a:bodyPr wrap="none" rtlCol="0">
                <a:spAutoFit/>
              </a:bodyPr>
              <a:lstStyle/>
              <a:p>
                <a:pPr algn="ctr"/>
                <a:r>
                  <a:rPr lang="zh-CN" altLang="en-US" sz="4200" dirty="0" smtClean="0">
                    <a:latin typeface="阿里巴巴普惠体" panose="00020600040101010101" pitchFamily="18" charset="-122"/>
                    <a:ea typeface="阿里巴巴普惠体" panose="00020600040101010101" pitchFamily="18" charset="-122"/>
                    <a:cs typeface="阿里巴巴普惠体" panose="00020600040101010101" pitchFamily="18" charset="-122"/>
                  </a:rPr>
                  <a:t>目录</a:t>
                </a:r>
                <a:endParaRPr lang="zh-CN" altLang="en-US" sz="42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文本框 6"/>
              <p:cNvSpPr txBox="1"/>
              <p:nvPr/>
            </p:nvSpPr>
            <p:spPr>
              <a:xfrm>
                <a:off x="5546085" y="1332384"/>
                <a:ext cx="1564852" cy="461665"/>
              </a:xfrm>
              <a:prstGeom prst="rect">
                <a:avLst/>
              </a:prstGeom>
              <a:noFill/>
              <a:ln>
                <a:noFill/>
              </a:ln>
            </p:spPr>
            <p:txBody>
              <a:bodyPr wrap="none" rtlCol="0">
                <a:spAutoFit/>
              </a:bodyPr>
              <a:lstStyle/>
              <a:p>
                <a:pPr algn="ctr"/>
                <a:r>
                  <a:rPr lang="en-US" altLang="zh-CN" sz="2400" dirty="0" smtClean="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4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grpSp>
        <p:grpSp>
          <p:nvGrpSpPr>
            <p:cNvPr id="21" name="组合 20"/>
            <p:cNvGrpSpPr/>
            <p:nvPr/>
          </p:nvGrpSpPr>
          <p:grpSpPr>
            <a:xfrm>
              <a:off x="5274220" y="945019"/>
              <a:ext cx="516979" cy="517394"/>
              <a:chOff x="1919845" y="2887190"/>
              <a:chExt cx="1237258" cy="1238251"/>
            </a:xfrm>
          </p:grpSpPr>
          <p:sp>
            <p:nvSpPr>
              <p:cNvPr id="6" name="矩形 5"/>
              <p:cNvSpPr/>
              <p:nvPr/>
            </p:nvSpPr>
            <p:spPr>
              <a:xfrm>
                <a:off x="2257104" y="2887190"/>
                <a:ext cx="899999" cy="899999"/>
              </a:xfrm>
              <a:prstGeom prst="rect">
                <a:avLst/>
              </a:prstGeom>
              <a:solidFill>
                <a:srgbClr val="B60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919845" y="3403284"/>
                <a:ext cx="722157" cy="722157"/>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cxnSp>
        <p:nvCxnSpPr>
          <p:cNvPr id="3" name="直接连接符 2"/>
          <p:cNvCxnSpPr/>
          <p:nvPr/>
        </p:nvCxnSpPr>
        <p:spPr>
          <a:xfrm>
            <a:off x="3779157" y="2423160"/>
            <a:ext cx="0" cy="22504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4426837" y="2044284"/>
            <a:ext cx="5511800" cy="2584450"/>
          </a:xfrm>
          <a:prstGeom prst="rect">
            <a:avLst/>
          </a:prstGeom>
          <a:noFill/>
        </p:spPr>
        <p:txBody>
          <a:bodyPr wrap="none" rtlCol="0">
            <a:spAutoFit/>
            <a:scene3d>
              <a:camera prst="orthographicFront"/>
              <a:lightRig rig="threePt" dir="t"/>
            </a:scene3d>
            <a:sp3d contourW="12700"/>
          </a:bodyPr>
          <a:p>
            <a:pPr algn="l"/>
            <a:endParaRPr lang="zh-CN" sz="2400" b="1" dirty="0" smtClean="0">
              <a:solidFill>
                <a:srgbClr val="40404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r>
              <a:rPr lang="zh-CN" sz="2400" b="1" dirty="0" smtClean="0">
                <a:solidFill>
                  <a:schemeClr val="tx1"/>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rPr>
              <a:t>聊天机器人概述</a:t>
            </a:r>
            <a:endParaRPr lang="zh-CN" sz="2400" b="1" dirty="0" smtClean="0">
              <a:solidFill>
                <a:schemeClr val="tx1"/>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endParaRPr lang="zh-CN" altLang="en-US" sz="2400" b="1" dirty="0" smtClean="0">
              <a:solidFill>
                <a:srgbClr val="40404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r>
              <a:rPr lang="en-US" sz="2400" b="1" dirty="0" smtClean="0">
                <a:solidFill>
                  <a:srgbClr val="C0000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rPr>
              <a:t>Streamlit</a:t>
            </a:r>
            <a:r>
              <a:rPr lang="zh-CN" altLang="en-US" sz="2400" b="1" dirty="0" smtClean="0">
                <a:solidFill>
                  <a:srgbClr val="C0000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rPr>
              <a:t>技术详解</a:t>
            </a:r>
            <a:endParaRPr lang="zh-CN" altLang="en-US" sz="2400" b="1" dirty="0" smtClean="0">
              <a:solidFill>
                <a:srgbClr val="C0000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endParaRPr lang="zh-CN" altLang="en-US" sz="2400" b="1" dirty="0" smtClean="0">
              <a:solidFill>
                <a:srgbClr val="40404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r>
              <a:rPr kumimoji="1" lang="zh-CN" altLang="en-US" sz="2400" dirty="0">
                <a:solidFill>
                  <a:schemeClr val="tx1"/>
                </a:solidFill>
                <a:sym typeface="+mn-ea"/>
              </a:rPr>
              <a:t>从零构建聊天机器人</a:t>
            </a:r>
            <a:endParaRPr kumimoji="1" lang="zh-CN" altLang="en-US" sz="2400" dirty="0">
              <a:solidFill>
                <a:schemeClr val="tx1"/>
              </a:solidFill>
              <a:sym typeface="+mn-ea"/>
            </a:endParaRPr>
          </a:p>
          <a:p>
            <a:pPr algn="l"/>
            <a:r>
              <a:rPr kumimoji="1" lang="en-US" altLang="zh-CN" dirty="0">
                <a:solidFill>
                  <a:srgbClr val="C00000"/>
                </a:solidFill>
                <a:sym typeface="+mn-ea"/>
              </a:rPr>
              <a:t>Streamlit+</a:t>
            </a:r>
            <a:r>
              <a:rPr kumimoji="1" lang="en-US" altLang="zh-CN" dirty="0" err="1">
                <a:solidFill>
                  <a:srgbClr val="C00000"/>
                </a:solidFill>
                <a:sym typeface="+mn-ea"/>
              </a:rPr>
              <a:t>Ollama+</a:t>
            </a:r>
            <a:r>
              <a:rPr kumimoji="1" lang="zh-CN" altLang="en-US" dirty="0" err="1">
                <a:solidFill>
                  <a:srgbClr val="C00000"/>
                </a:solidFill>
                <a:sym typeface="+mn-ea"/>
              </a:rPr>
              <a:t>本地私有大模型</a:t>
            </a:r>
            <a:r>
              <a:rPr kumimoji="1" lang="en-US" altLang="zh-CN" dirty="0" err="1">
                <a:solidFill>
                  <a:srgbClr val="C00000"/>
                </a:solidFill>
                <a:sym typeface="+mn-ea"/>
              </a:rPr>
              <a:t>(deepseek</a:t>
            </a:r>
            <a:r>
              <a:rPr kumimoji="1" lang="zh-CN" altLang="en-US" dirty="0" err="1">
                <a:solidFill>
                  <a:srgbClr val="C00000"/>
                </a:solidFill>
                <a:sym typeface="+mn-ea"/>
              </a:rPr>
              <a:t>和</a:t>
            </a:r>
            <a:r>
              <a:rPr kumimoji="1" lang="en-US" altLang="zh-CN" dirty="0" err="1">
                <a:solidFill>
                  <a:srgbClr val="C00000"/>
                </a:solidFill>
                <a:sym typeface="+mn-ea"/>
              </a:rPr>
              <a:t>qwen</a:t>
            </a:r>
            <a:r>
              <a:rPr kumimoji="1" lang="zh-CN" altLang="en-US" dirty="0" err="1">
                <a:solidFill>
                  <a:srgbClr val="C00000"/>
                </a:solidFill>
                <a:sym typeface="+mn-ea"/>
              </a:rPr>
              <a:t>等</a:t>
            </a:r>
            <a:r>
              <a:rPr kumimoji="1" lang="en-US" altLang="zh-CN" dirty="0" err="1">
                <a:solidFill>
                  <a:srgbClr val="C00000"/>
                </a:solidFill>
                <a:sym typeface="+mn-ea"/>
              </a:rPr>
              <a:t>)</a:t>
            </a:r>
            <a:endParaRPr lang="zh-CN" altLang="en-US" sz="2400" b="1" dirty="0" smtClean="0">
              <a:solidFill>
                <a:srgbClr val="40404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err="1"/>
              <a:t>Streamlit</a:t>
            </a:r>
            <a:r>
              <a:rPr lang="zh-CN" altLang="en-US" dirty="0"/>
              <a:t>框架介绍</a:t>
            </a:r>
            <a:endParaRPr lang="zh-CN" altLang="en-US" dirty="0"/>
          </a:p>
        </p:txBody>
      </p:sp>
      <p:sp>
        <p:nvSpPr>
          <p:cNvPr id="5" name="文本占位符 4"/>
          <p:cNvSpPr>
            <a:spLocks noGrp="1"/>
          </p:cNvSpPr>
          <p:nvPr>
            <p:ph type="body" sz="quarter" idx="11"/>
          </p:nvPr>
        </p:nvSpPr>
        <p:spPr>
          <a:xfrm>
            <a:off x="710565" y="1519555"/>
            <a:ext cx="10412095" cy="4550410"/>
          </a:xfrm>
        </p:spPr>
        <p:txBody>
          <a:bodyPr/>
          <a:lstStyle/>
          <a:p>
            <a:r>
              <a:rPr lang="en-US" altLang="zh-CN"/>
              <a:t>Streamlit </a:t>
            </a:r>
            <a:r>
              <a:rPr lang="zh-CN" altLang="en-US"/>
              <a:t>是一个开源</a:t>
            </a:r>
            <a:r>
              <a:rPr lang="en-US" altLang="zh-CN"/>
              <a:t> Python </a:t>
            </a:r>
            <a:r>
              <a:rPr lang="zh-CN" altLang="en-US"/>
              <a:t>库。它旨在让数据科学家和工程师能够以最少的代码和配置，将他们的数据分析和模型展示转化为交互式的</a:t>
            </a:r>
            <a:r>
              <a:rPr lang="en-US" altLang="zh-CN"/>
              <a:t> Web </a:t>
            </a:r>
            <a:r>
              <a:rPr lang="zh-CN" altLang="en-US"/>
              <a:t>应用。</a:t>
            </a:r>
            <a:r>
              <a:rPr lang="en-US" altLang="zh-CN"/>
              <a:t>Streamlit </a:t>
            </a:r>
            <a:r>
              <a:rPr lang="zh-CN" altLang="en-US"/>
              <a:t>的设计目标是简单易用，同时保持高度的灵活性和可定制性。</a:t>
            </a:r>
            <a:endParaRPr lang="zh-CN" altLang="en-US"/>
          </a:p>
          <a:p>
            <a:r>
              <a:rPr lang="zh-CN" altLang="en-US"/>
              <a:t>官网地址</a:t>
            </a:r>
            <a:r>
              <a:rPr lang="en-US" altLang="zh-CN"/>
              <a:t>: </a:t>
            </a:r>
            <a:r>
              <a:rPr lang="en-US" altLang="zh-CN">
                <a:hlinkClick r:id="rId1" action="ppaction://hlinkfile"/>
              </a:rPr>
              <a:t>https://streamlit.io</a:t>
            </a:r>
            <a:endParaRPr lang="en-US" altLang="zh-CN"/>
          </a:p>
          <a:p>
            <a:endParaRPr lang="zh-CN" altLang="en-US"/>
          </a:p>
        </p:txBody>
      </p:sp>
      <p:pic>
        <p:nvPicPr>
          <p:cNvPr id="2" name="图片 1"/>
          <p:cNvPicPr>
            <a:picLocks noChangeAspect="1"/>
          </p:cNvPicPr>
          <p:nvPr/>
        </p:nvPicPr>
        <p:blipFill>
          <a:blip r:embed="rId2"/>
          <a:stretch>
            <a:fillRect/>
          </a:stretch>
        </p:blipFill>
        <p:spPr>
          <a:xfrm>
            <a:off x="1691640" y="2829560"/>
            <a:ext cx="6546215" cy="3713480"/>
          </a:xfrm>
          <a:prstGeom prst="rect">
            <a:avLst/>
          </a:prstGeom>
        </p:spPr>
      </p:pic>
      <p:pic>
        <p:nvPicPr>
          <p:cNvPr id="7" name="图片 6" descr="01 (135)"/>
          <p:cNvPicPr>
            <a:picLocks noChangeAspect="1"/>
          </p:cNvPicPr>
          <p:nvPr/>
        </p:nvPicPr>
        <p:blipFill>
          <a:blip r:embed="rId3"/>
          <a:stretch>
            <a:fillRect/>
          </a:stretch>
        </p:blipFill>
        <p:spPr>
          <a:xfrm>
            <a:off x="11144885" y="5236845"/>
            <a:ext cx="1529715" cy="1529715"/>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err="1"/>
              <a:t>Streamlit</a:t>
            </a:r>
            <a:r>
              <a:rPr lang="zh-CN" altLang="en-US" dirty="0"/>
              <a:t>框架特点</a:t>
            </a:r>
            <a:endParaRPr lang="zh-CN" altLang="en-US" dirty="0"/>
          </a:p>
        </p:txBody>
      </p:sp>
      <p:sp>
        <p:nvSpPr>
          <p:cNvPr id="5" name="文本占位符 4"/>
          <p:cNvSpPr>
            <a:spLocks noGrp="1"/>
          </p:cNvSpPr>
          <p:nvPr>
            <p:ph type="body" sz="quarter" idx="11"/>
          </p:nvPr>
        </p:nvSpPr>
        <p:spPr>
          <a:xfrm>
            <a:off x="236220" y="1519555"/>
            <a:ext cx="10412095" cy="4550410"/>
          </a:xfrm>
        </p:spPr>
        <p:txBody>
          <a:bodyPr/>
          <a:lstStyle/>
          <a:p>
            <a:pPr indent="457200"/>
            <a:r>
              <a:rPr lang="zh-CN" altLang="en-US" b="1"/>
              <a:t>简单易用：</a:t>
            </a:r>
            <a:endParaRPr lang="zh-CN" altLang="en-US"/>
          </a:p>
          <a:p>
            <a:r>
              <a:rPr lang="en-US" altLang="zh-CN"/>
              <a:t>        Streamlit </a:t>
            </a:r>
            <a:r>
              <a:rPr lang="zh-CN" altLang="en-US"/>
              <a:t>的</a:t>
            </a:r>
            <a:r>
              <a:rPr lang="en-US" altLang="zh-CN"/>
              <a:t> API </a:t>
            </a:r>
            <a:r>
              <a:rPr lang="zh-CN" altLang="en-US"/>
              <a:t>非常简洁，只需要几行代码就可以创建一个基本的应用程序。</a:t>
            </a:r>
            <a:endParaRPr lang="zh-CN" altLang="en-US"/>
          </a:p>
          <a:p>
            <a:r>
              <a:rPr lang="en-US" altLang="zh-CN"/>
              <a:t>        </a:t>
            </a:r>
            <a:r>
              <a:rPr lang="zh-CN" altLang="en-US"/>
              <a:t>无需复杂的前端开发知识，</a:t>
            </a:r>
            <a:r>
              <a:rPr lang="en-US" altLang="zh-CN"/>
              <a:t>Python </a:t>
            </a:r>
            <a:r>
              <a:rPr lang="zh-CN" altLang="en-US"/>
              <a:t>代码直接决定了应用的界面和功能。</a:t>
            </a:r>
            <a:endParaRPr lang="en-US" altLang="zh-CN"/>
          </a:p>
          <a:p>
            <a:r>
              <a:rPr lang="en-US" altLang="zh-CN"/>
              <a:t>    </a:t>
            </a:r>
            <a:r>
              <a:rPr lang="zh-CN" altLang="en-US" b="1"/>
              <a:t>快速开发：</a:t>
            </a:r>
            <a:endParaRPr lang="zh-CN" altLang="en-US"/>
          </a:p>
          <a:p>
            <a:r>
              <a:rPr lang="en-US" altLang="zh-CN"/>
              <a:t>        </a:t>
            </a:r>
            <a:r>
              <a:rPr lang="zh-CN" altLang="en-US"/>
              <a:t>支持热重载，代码修改后自动更新应用，无需手动重启服务器。</a:t>
            </a:r>
            <a:endParaRPr lang="zh-CN" altLang="en-US"/>
          </a:p>
          <a:p>
            <a:r>
              <a:rPr lang="en-US" altLang="zh-CN"/>
              <a:t>        </a:t>
            </a:r>
            <a:r>
              <a:rPr lang="zh-CN" altLang="en-US"/>
              <a:t>丰富的内置组件和功能，可以快速实现常见的数据可视化和交互操作。</a:t>
            </a:r>
            <a:endParaRPr lang="en-US" altLang="zh-CN"/>
          </a:p>
          <a:p>
            <a:r>
              <a:rPr lang="en-US" altLang="zh-CN"/>
              <a:t>   </a:t>
            </a:r>
            <a:r>
              <a:rPr lang="en-US" altLang="zh-CN" b="1"/>
              <a:t> </a:t>
            </a:r>
            <a:r>
              <a:rPr lang="zh-CN" altLang="en-US" b="1"/>
              <a:t>高度可定制：</a:t>
            </a:r>
            <a:endParaRPr lang="zh-CN" altLang="en-US"/>
          </a:p>
          <a:p>
            <a:r>
              <a:rPr lang="en-US" altLang="zh-CN"/>
              <a:t>        </a:t>
            </a:r>
            <a:r>
              <a:rPr lang="zh-CN" altLang="en-US"/>
              <a:t>支持自定义</a:t>
            </a:r>
            <a:r>
              <a:rPr lang="en-US" altLang="zh-CN"/>
              <a:t> CSS </a:t>
            </a:r>
            <a:r>
              <a:rPr lang="zh-CN" altLang="en-US"/>
              <a:t>样式，可以对应用的外观进行精细调整。</a:t>
            </a:r>
            <a:endParaRPr lang="zh-CN" altLang="en-US"/>
          </a:p>
          <a:p>
            <a:r>
              <a:rPr lang="en-US" altLang="zh-CN"/>
              <a:t>        </a:t>
            </a:r>
            <a:r>
              <a:rPr lang="zh-CN" altLang="en-US"/>
              <a:t>可以集成第三方库和框架，如</a:t>
            </a:r>
            <a:r>
              <a:rPr lang="en-US" altLang="zh-CN"/>
              <a:t> Plotly</a:t>
            </a:r>
            <a:r>
              <a:rPr lang="zh-CN" altLang="en-US"/>
              <a:t>、</a:t>
            </a:r>
            <a:r>
              <a:rPr lang="en-US" altLang="zh-CN"/>
              <a:t>Altair</a:t>
            </a:r>
            <a:r>
              <a:rPr lang="zh-CN" altLang="en-US"/>
              <a:t>、</a:t>
            </a:r>
            <a:r>
              <a:rPr lang="en-US" altLang="zh-CN"/>
              <a:t>Pandas </a:t>
            </a:r>
            <a:r>
              <a:rPr lang="zh-CN" altLang="en-US"/>
              <a:t>等，扩展应用的功能。</a:t>
            </a:r>
            <a:endParaRPr lang="en-US" altLang="zh-CN"/>
          </a:p>
          <a:p>
            <a:r>
              <a:rPr lang="en-US" altLang="zh-CN"/>
              <a:t>   </a:t>
            </a:r>
            <a:r>
              <a:rPr lang="en-US" altLang="zh-CN" b="1"/>
              <a:t> </a:t>
            </a:r>
            <a:r>
              <a:rPr lang="zh-CN" altLang="en-US" b="1"/>
              <a:t>强大的社区支持：</a:t>
            </a:r>
            <a:endParaRPr lang="zh-CN" altLang="en-US"/>
          </a:p>
          <a:p>
            <a:r>
              <a:rPr lang="en-US" altLang="zh-CN"/>
              <a:t>        </a:t>
            </a:r>
            <a:r>
              <a:rPr lang="zh-CN" altLang="en-US">
                <a:sym typeface="+mn-ea"/>
              </a:rPr>
              <a:t>官方文档详细且</a:t>
            </a:r>
            <a:r>
              <a:rPr lang="zh-CN" altLang="en-US"/>
              <a:t>拥有一个活跃的社区，提供了大量的示例和教程，帮助用户快速上手。</a:t>
            </a:r>
            <a:endParaRPr lang="zh-CN" altLang="en-US"/>
          </a:p>
          <a:p>
            <a:r>
              <a:rPr lang="en-US" altLang="zh-CN"/>
              <a:t>  </a:t>
            </a:r>
            <a:endParaRPr lang="zh-CN" altLang="en-US"/>
          </a:p>
          <a:p>
            <a:endParaRPr lang="zh-CN" altLang="en-US"/>
          </a:p>
        </p:txBody>
      </p:sp>
      <p:pic>
        <p:nvPicPr>
          <p:cNvPr id="2" name="图片 1" descr="01 (122)"/>
          <p:cNvPicPr>
            <a:picLocks noChangeAspect="1"/>
          </p:cNvPicPr>
          <p:nvPr/>
        </p:nvPicPr>
        <p:blipFill>
          <a:blip r:embed="rId1"/>
          <a:stretch>
            <a:fillRect/>
          </a:stretch>
        </p:blipFill>
        <p:spPr>
          <a:xfrm>
            <a:off x="10841355" y="5328285"/>
            <a:ext cx="1529715" cy="1529715"/>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err="1"/>
              <a:t>Streamlit</a:t>
            </a:r>
            <a:r>
              <a:rPr lang="zh-CN" altLang="en-US" dirty="0"/>
              <a:t>框架安装</a:t>
            </a:r>
            <a:endParaRPr lang="zh-CN" altLang="en-US" dirty="0"/>
          </a:p>
        </p:txBody>
      </p:sp>
      <p:sp>
        <p:nvSpPr>
          <p:cNvPr id="5" name="文本占位符 4"/>
          <p:cNvSpPr>
            <a:spLocks noGrp="1"/>
          </p:cNvSpPr>
          <p:nvPr>
            <p:ph type="body" sz="quarter" idx="11"/>
          </p:nvPr>
        </p:nvSpPr>
        <p:spPr>
          <a:xfrm>
            <a:off x="890270" y="1519555"/>
            <a:ext cx="10412095" cy="4550410"/>
          </a:xfrm>
        </p:spPr>
        <p:txBody>
          <a:bodyPr/>
          <a:lstStyle/>
          <a:p>
            <a:r>
              <a:rPr lang="en-US" altLang="zh-CN" b="1"/>
              <a:t>cmd</a:t>
            </a:r>
            <a:r>
              <a:rPr lang="zh-CN" altLang="en-US" b="1"/>
              <a:t>命令行安装</a:t>
            </a:r>
            <a:r>
              <a:rPr lang="en-US" altLang="zh-CN" b="1"/>
              <a:t>:</a:t>
            </a:r>
            <a:r>
              <a:rPr lang="en-US" altLang="zh-CN"/>
              <a:t> pip install streamlit -i https://pypi.tuna.tsinghua.edu.cn/simple  </a:t>
            </a:r>
            <a:endParaRPr lang="zh-CN" altLang="en-US"/>
          </a:p>
          <a:p>
            <a:r>
              <a:rPr lang="en-US" altLang="zh-CN" b="1"/>
              <a:t>cmd</a:t>
            </a:r>
            <a:r>
              <a:rPr lang="zh-CN" altLang="en-US" b="1"/>
              <a:t>命令行运行</a:t>
            </a:r>
            <a:r>
              <a:rPr lang="en-US" altLang="zh-CN" b="1"/>
              <a:t>:</a:t>
            </a:r>
            <a:r>
              <a:rPr lang="en-US" altLang="zh-CN"/>
              <a:t> streamlit hello</a:t>
            </a:r>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zh-CN" altLang="en-US"/>
          </a:p>
          <a:p>
            <a:r>
              <a:rPr lang="zh-CN" altLang="en-US"/>
              <a:t>详见官网</a:t>
            </a:r>
            <a:r>
              <a:rPr lang="en-US" altLang="zh-CN"/>
              <a:t>: </a:t>
            </a:r>
            <a:r>
              <a:rPr lang="en-US" altLang="zh-CN">
                <a:hlinkClick r:id="rId1" action="ppaction://hlinkfile"/>
              </a:rPr>
              <a:t>https://docs.streamlit.io/get-started/installation</a:t>
            </a:r>
            <a:endParaRPr lang="en-US" altLang="zh-CN"/>
          </a:p>
          <a:p>
            <a:endParaRPr lang="en-US" altLang="zh-CN"/>
          </a:p>
        </p:txBody>
      </p:sp>
      <p:pic>
        <p:nvPicPr>
          <p:cNvPr id="2" name="图片 1"/>
          <p:cNvPicPr>
            <a:picLocks noChangeAspect="1"/>
          </p:cNvPicPr>
          <p:nvPr/>
        </p:nvPicPr>
        <p:blipFill>
          <a:blip r:embed="rId2"/>
          <a:stretch>
            <a:fillRect/>
          </a:stretch>
        </p:blipFill>
        <p:spPr>
          <a:xfrm>
            <a:off x="990600" y="2586990"/>
            <a:ext cx="7479030" cy="3216275"/>
          </a:xfrm>
          <a:prstGeom prst="rect">
            <a:avLst/>
          </a:prstGeom>
        </p:spPr>
      </p:pic>
      <p:pic>
        <p:nvPicPr>
          <p:cNvPr id="6" name="图片 5" descr="01 (149)"/>
          <p:cNvPicPr>
            <a:picLocks noChangeAspect="1"/>
          </p:cNvPicPr>
          <p:nvPr/>
        </p:nvPicPr>
        <p:blipFill>
          <a:blip r:embed="rId3"/>
          <a:stretch>
            <a:fillRect/>
          </a:stretch>
        </p:blipFill>
        <p:spPr>
          <a:xfrm>
            <a:off x="11170285" y="5426075"/>
            <a:ext cx="1225550" cy="122555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err="1"/>
              <a:t>Streamlit</a:t>
            </a:r>
            <a:r>
              <a:rPr lang="zh-CN" altLang="en-US" dirty="0"/>
              <a:t>框架常见组件</a:t>
            </a:r>
            <a:endParaRPr lang="en-US" altLang="zh-CN" dirty="0"/>
          </a:p>
        </p:txBody>
      </p:sp>
      <p:sp>
        <p:nvSpPr>
          <p:cNvPr id="5" name="文本占位符 4"/>
          <p:cNvSpPr>
            <a:spLocks noGrp="1"/>
          </p:cNvSpPr>
          <p:nvPr>
            <p:ph type="body" sz="quarter" idx="11"/>
          </p:nvPr>
        </p:nvSpPr>
        <p:spPr>
          <a:xfrm>
            <a:off x="890270" y="1519555"/>
            <a:ext cx="10412095" cy="4550410"/>
          </a:xfrm>
        </p:spPr>
        <p:txBody>
          <a:bodyPr/>
          <a:lstStyle/>
          <a:p>
            <a:r>
              <a:rPr lang="en-US" altLang="zh-CN" sz="1800"/>
              <a:t>Streamlit </a:t>
            </a:r>
            <a:r>
              <a:rPr lang="zh-CN" altLang="en-US" sz="1800"/>
              <a:t>提供了许多内置组件，用于创建交互式界面：</a:t>
            </a:r>
            <a:endParaRPr lang="en-US" altLang="zh-CN" sz="1800"/>
          </a:p>
          <a:p>
            <a:pPr>
              <a:lnSpc>
                <a:spcPct val="210000"/>
              </a:lnSpc>
            </a:pPr>
            <a:r>
              <a:rPr lang="en-US" altLang="zh-CN" sz="1800"/>
              <a:t>    </a:t>
            </a:r>
            <a:r>
              <a:rPr lang="zh-CN" altLang="en-US" sz="1800" b="1"/>
              <a:t>文本和标题：</a:t>
            </a:r>
            <a:r>
              <a:rPr lang="en-US" altLang="zh-CN" sz="1800"/>
              <a:t>st.write(), st.title(), st.header(), st.subheader()</a:t>
            </a:r>
            <a:r>
              <a:rPr lang="zh-CN" altLang="en-US" sz="1800"/>
              <a:t>等</a:t>
            </a:r>
            <a:endParaRPr lang="en-US" altLang="zh-CN" sz="1800"/>
          </a:p>
          <a:p>
            <a:pPr>
              <a:lnSpc>
                <a:spcPct val="210000"/>
              </a:lnSpc>
            </a:pPr>
            <a:r>
              <a:rPr lang="en-US" altLang="zh-CN" sz="1800"/>
              <a:t>   </a:t>
            </a:r>
            <a:r>
              <a:rPr lang="en-US" altLang="zh-CN" sz="1800" b="1"/>
              <a:t> </a:t>
            </a:r>
            <a:r>
              <a:rPr lang="zh-CN" altLang="en-US" sz="1800" b="1"/>
              <a:t>输入控件：</a:t>
            </a:r>
            <a:r>
              <a:rPr lang="en-US" altLang="zh-CN" sz="1800"/>
              <a:t>st.text_input(), st.slider(), st.selectbox(), st.checkbox(), st.button()</a:t>
            </a:r>
            <a:r>
              <a:rPr lang="zh-CN" altLang="en-US" sz="1800">
                <a:sym typeface="+mn-ea"/>
              </a:rPr>
              <a:t>等</a:t>
            </a:r>
            <a:endParaRPr lang="en-US" altLang="zh-CN" sz="1800"/>
          </a:p>
          <a:p>
            <a:pPr>
              <a:lnSpc>
                <a:spcPct val="210000"/>
              </a:lnSpc>
            </a:pPr>
            <a:r>
              <a:rPr lang="en-US" altLang="zh-CN" sz="1800"/>
              <a:t>   </a:t>
            </a:r>
            <a:r>
              <a:rPr lang="en-US" altLang="zh-CN" sz="1800" b="1"/>
              <a:t> </a:t>
            </a:r>
            <a:r>
              <a:rPr lang="zh-CN" altLang="en-US" sz="1800" b="1"/>
              <a:t>显示数据</a:t>
            </a:r>
            <a:r>
              <a:rPr lang="zh-CN" altLang="en-US" sz="1800"/>
              <a:t>：</a:t>
            </a:r>
            <a:r>
              <a:rPr lang="en-US" altLang="zh-CN" sz="1800"/>
              <a:t>st.dataframe(), st.table(), st.json()</a:t>
            </a:r>
            <a:r>
              <a:rPr lang="zh-CN" altLang="en-US" sz="1800">
                <a:sym typeface="+mn-ea"/>
              </a:rPr>
              <a:t>等</a:t>
            </a:r>
            <a:endParaRPr lang="en-US" altLang="zh-CN" sz="1800"/>
          </a:p>
          <a:p>
            <a:pPr>
              <a:lnSpc>
                <a:spcPct val="210000"/>
              </a:lnSpc>
            </a:pPr>
            <a:r>
              <a:rPr lang="en-US" altLang="zh-CN" sz="1800"/>
              <a:t>    </a:t>
            </a:r>
            <a:r>
              <a:rPr lang="zh-CN" altLang="en-US" sz="1800" b="1"/>
              <a:t>显示图表：</a:t>
            </a:r>
            <a:r>
              <a:rPr lang="en-US" altLang="zh-CN" sz="1800"/>
              <a:t>st.pyplot(), st.altair_chart(), st.bokeh_chart(), st.plotly_chart()</a:t>
            </a:r>
            <a:r>
              <a:rPr lang="zh-CN" altLang="en-US" sz="1800">
                <a:sym typeface="+mn-ea"/>
              </a:rPr>
              <a:t>等</a:t>
            </a:r>
            <a:endParaRPr lang="en-US" altLang="zh-CN" sz="1800"/>
          </a:p>
          <a:p>
            <a:pPr>
              <a:lnSpc>
                <a:spcPct val="210000"/>
              </a:lnSpc>
            </a:pPr>
            <a:r>
              <a:rPr lang="en-US" altLang="zh-CN" sz="1800"/>
              <a:t>    </a:t>
            </a:r>
            <a:r>
              <a:rPr lang="zh-CN" altLang="en-US" sz="1800" b="1"/>
              <a:t>布局：</a:t>
            </a:r>
            <a:r>
              <a:rPr lang="en-US" altLang="zh-CN" sz="1800"/>
              <a:t>st.sidebar(), st.columns(), st.expander()</a:t>
            </a:r>
            <a:r>
              <a:rPr lang="zh-CN" altLang="en-US" sz="1800">
                <a:sym typeface="+mn-ea"/>
              </a:rPr>
              <a:t>等</a:t>
            </a:r>
            <a:endParaRPr lang="zh-CN" altLang="en-US" sz="1800">
              <a:sym typeface="+mn-ea"/>
            </a:endParaRPr>
          </a:p>
          <a:p>
            <a:pPr>
              <a:lnSpc>
                <a:spcPct val="170000"/>
              </a:lnSpc>
            </a:pPr>
            <a:r>
              <a:rPr lang="zh-CN" altLang="en-US" sz="1800"/>
              <a:t>详见官网</a:t>
            </a:r>
            <a:r>
              <a:rPr lang="en-US" altLang="zh-CN" sz="1800"/>
              <a:t>: </a:t>
            </a:r>
            <a:r>
              <a:rPr lang="en-US" altLang="zh-CN">
                <a:hlinkClick r:id="rId1" action="ppaction://hlinkfile"/>
              </a:rPr>
              <a:t>https://docs.streamlit.io/develop/api-reference</a:t>
            </a:r>
            <a:endParaRPr lang="en-US" altLang="zh-CN"/>
          </a:p>
        </p:txBody>
      </p:sp>
      <p:pic>
        <p:nvPicPr>
          <p:cNvPr id="6" name="图片 5" descr="01 (150)"/>
          <p:cNvPicPr>
            <a:picLocks noChangeAspect="1"/>
          </p:cNvPicPr>
          <p:nvPr/>
        </p:nvPicPr>
        <p:blipFill>
          <a:blip r:embed="rId2"/>
          <a:stretch>
            <a:fillRect/>
          </a:stretch>
        </p:blipFill>
        <p:spPr>
          <a:xfrm flipH="1">
            <a:off x="11031220" y="5213350"/>
            <a:ext cx="1375410" cy="137541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err="1"/>
              <a:t>Streamlit</a:t>
            </a:r>
            <a:r>
              <a:rPr lang="zh-CN" altLang="en-US" dirty="0"/>
              <a:t>框架入门案例</a:t>
            </a:r>
            <a:endParaRPr lang="en-US" altLang="zh-CN" dirty="0"/>
          </a:p>
        </p:txBody>
      </p:sp>
      <p:sp>
        <p:nvSpPr>
          <p:cNvPr id="5" name="文本占位符 4"/>
          <p:cNvSpPr>
            <a:spLocks noGrp="1"/>
          </p:cNvSpPr>
          <p:nvPr>
            <p:ph type="body" sz="quarter" idx="11"/>
          </p:nvPr>
        </p:nvSpPr>
        <p:spPr>
          <a:xfrm>
            <a:off x="890270" y="1519555"/>
            <a:ext cx="10412095" cy="4550410"/>
          </a:xfrm>
        </p:spPr>
        <p:txBody>
          <a:bodyPr/>
          <a:lstStyle/>
          <a:p>
            <a:r>
              <a:rPr lang="zh-CN" altLang="en-US"/>
              <a:t>案例</a:t>
            </a:r>
            <a:r>
              <a:rPr lang="en-US" altLang="zh-CN"/>
              <a:t>1: </a:t>
            </a:r>
            <a:r>
              <a:rPr lang="zh-CN" altLang="en-US"/>
              <a:t>制作一个传智教育用户注册平台</a:t>
            </a:r>
            <a:r>
              <a:rPr lang="en-US" altLang="zh-CN"/>
              <a:t>,</a:t>
            </a:r>
            <a:r>
              <a:rPr lang="zh-CN" altLang="en-US"/>
              <a:t>提示用户输入用户名</a:t>
            </a:r>
            <a:r>
              <a:rPr lang="en-US" altLang="zh-CN"/>
              <a:t>,</a:t>
            </a:r>
            <a:r>
              <a:rPr lang="zh-CN" altLang="en-US"/>
              <a:t>密码</a:t>
            </a:r>
            <a:r>
              <a:rPr lang="en-US" altLang="zh-CN"/>
              <a:t>,</a:t>
            </a:r>
            <a:r>
              <a:rPr lang="zh-CN" altLang="en-US"/>
              <a:t>年龄</a:t>
            </a:r>
            <a:r>
              <a:rPr lang="en-US" altLang="zh-CN"/>
              <a:t>,</a:t>
            </a:r>
            <a:r>
              <a:rPr lang="zh-CN" altLang="en-US"/>
              <a:t>性别</a:t>
            </a:r>
            <a:r>
              <a:rPr lang="en-US" altLang="zh-CN"/>
              <a:t>,</a:t>
            </a:r>
            <a:r>
              <a:rPr lang="zh-CN" altLang="en-US"/>
              <a:t>出生日期</a:t>
            </a:r>
            <a:r>
              <a:rPr lang="en-US" altLang="zh-CN"/>
              <a:t>,</a:t>
            </a:r>
            <a:r>
              <a:rPr lang="zh-CN" altLang="en-US"/>
              <a:t>身高等信息。</a:t>
            </a:r>
            <a:r>
              <a:rPr lang="en-US" altLang="zh-CN"/>
              <a:t> </a:t>
            </a:r>
            <a:endParaRPr lang="en-US" altLang="zh-CN"/>
          </a:p>
        </p:txBody>
      </p:sp>
      <p:pic>
        <p:nvPicPr>
          <p:cNvPr id="2" name="图片 1"/>
          <p:cNvPicPr>
            <a:picLocks noChangeAspect="1"/>
          </p:cNvPicPr>
          <p:nvPr/>
        </p:nvPicPr>
        <p:blipFill>
          <a:blip r:embed="rId1"/>
          <a:stretch>
            <a:fillRect/>
          </a:stretch>
        </p:blipFill>
        <p:spPr>
          <a:xfrm>
            <a:off x="1650365" y="2022475"/>
            <a:ext cx="4654550" cy="4294505"/>
          </a:xfrm>
          <a:prstGeom prst="rect">
            <a:avLst/>
          </a:prstGeom>
        </p:spPr>
      </p:pic>
      <p:pic>
        <p:nvPicPr>
          <p:cNvPr id="6" name="图片 5" descr="01 (11)"/>
          <p:cNvPicPr>
            <a:picLocks noChangeAspect="1"/>
          </p:cNvPicPr>
          <p:nvPr/>
        </p:nvPicPr>
        <p:blipFill>
          <a:blip r:embed="rId2"/>
          <a:stretch>
            <a:fillRect/>
          </a:stretch>
        </p:blipFill>
        <p:spPr>
          <a:xfrm>
            <a:off x="11089640" y="5382260"/>
            <a:ext cx="1257935" cy="12579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err="1"/>
              <a:t>Streamlit</a:t>
            </a:r>
            <a:r>
              <a:rPr lang="zh-CN" altLang="en-US" dirty="0"/>
              <a:t>框架入门案例</a:t>
            </a:r>
            <a:endParaRPr lang="en-US" altLang="zh-CN" dirty="0"/>
          </a:p>
        </p:txBody>
      </p:sp>
      <p:sp>
        <p:nvSpPr>
          <p:cNvPr id="5" name="文本占位符 4"/>
          <p:cNvSpPr>
            <a:spLocks noGrp="1"/>
          </p:cNvSpPr>
          <p:nvPr>
            <p:ph type="body" sz="quarter" idx="11"/>
          </p:nvPr>
        </p:nvSpPr>
        <p:spPr>
          <a:xfrm>
            <a:off x="890270" y="1519555"/>
            <a:ext cx="10412095" cy="4550410"/>
          </a:xfrm>
        </p:spPr>
        <p:txBody>
          <a:bodyPr/>
          <a:lstStyle/>
          <a:p>
            <a:r>
              <a:rPr lang="zh-CN" altLang="en-US"/>
              <a:t>需求</a:t>
            </a:r>
            <a:r>
              <a:rPr lang="en-US" altLang="zh-CN"/>
              <a:t>: </a:t>
            </a:r>
            <a:r>
              <a:rPr lang="zh-CN" altLang="en-US"/>
              <a:t>制作一个传智教育用户注册平台</a:t>
            </a:r>
            <a:r>
              <a:rPr lang="en-US" altLang="zh-CN"/>
              <a:t>,</a:t>
            </a:r>
            <a:r>
              <a:rPr lang="zh-CN" altLang="en-US"/>
              <a:t>提示用户输入用户名</a:t>
            </a:r>
            <a:r>
              <a:rPr lang="en-US" altLang="zh-CN"/>
              <a:t>,</a:t>
            </a:r>
            <a:r>
              <a:rPr lang="zh-CN" altLang="en-US"/>
              <a:t>密码</a:t>
            </a:r>
            <a:r>
              <a:rPr lang="en-US" altLang="zh-CN"/>
              <a:t>,</a:t>
            </a:r>
            <a:r>
              <a:rPr lang="zh-CN" altLang="en-US"/>
              <a:t>年龄</a:t>
            </a:r>
            <a:r>
              <a:rPr lang="en-US" altLang="zh-CN"/>
              <a:t>,</a:t>
            </a:r>
            <a:r>
              <a:rPr lang="zh-CN" altLang="en-US"/>
              <a:t>性别</a:t>
            </a:r>
            <a:r>
              <a:rPr lang="en-US" altLang="zh-CN"/>
              <a:t>,</a:t>
            </a:r>
            <a:r>
              <a:rPr lang="zh-CN" altLang="en-US"/>
              <a:t>出生日期</a:t>
            </a:r>
            <a:r>
              <a:rPr lang="en-US" altLang="zh-CN"/>
              <a:t>,</a:t>
            </a:r>
            <a:r>
              <a:rPr lang="zh-CN" altLang="en-US"/>
              <a:t>身高等信息。</a:t>
            </a:r>
            <a:r>
              <a:rPr lang="en-US" altLang="zh-CN"/>
              <a:t> </a:t>
            </a:r>
            <a:endParaRPr lang="en-US" altLang="zh-CN"/>
          </a:p>
        </p:txBody>
      </p:sp>
      <p:pic>
        <p:nvPicPr>
          <p:cNvPr id="3" name="图片 2"/>
          <p:cNvPicPr>
            <a:picLocks noChangeAspect="1"/>
          </p:cNvPicPr>
          <p:nvPr/>
        </p:nvPicPr>
        <p:blipFill>
          <a:blip r:embed="rId1"/>
          <a:stretch>
            <a:fillRect/>
          </a:stretch>
        </p:blipFill>
        <p:spPr>
          <a:xfrm>
            <a:off x="2009140" y="2048510"/>
            <a:ext cx="5550535" cy="4479290"/>
          </a:xfrm>
          <a:prstGeom prst="rect">
            <a:avLst/>
          </a:prstGeom>
        </p:spPr>
      </p:pic>
      <p:sp>
        <p:nvSpPr>
          <p:cNvPr id="8" name="文本框 7"/>
          <p:cNvSpPr txBox="1"/>
          <p:nvPr/>
        </p:nvSpPr>
        <p:spPr>
          <a:xfrm>
            <a:off x="1795145" y="2030730"/>
            <a:ext cx="7115175" cy="4578350"/>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wrap="square">
            <a:noAutofit/>
          </a:bodyPr>
          <a:p>
            <a:pPr indent="0" fontAlgn="auto">
              <a:lnSpc>
                <a:spcPts val="1800"/>
              </a:lnSpc>
            </a:pPr>
            <a:endParaRPr lang="en-US" altLang="zh-CN" sz="1600" b="0" i="1">
              <a:solidFill>
                <a:srgbClr val="AAAAAA"/>
              </a:solidFill>
              <a:latin typeface="Consolas" panose="020B0609020204030204"/>
              <a:ea typeface="Consolas" panose="020B0609020204030204"/>
            </a:endParaRPr>
          </a:p>
        </p:txBody>
      </p:sp>
      <p:pic>
        <p:nvPicPr>
          <p:cNvPr id="6" name="图片 5" descr="01 (11)"/>
          <p:cNvPicPr>
            <a:picLocks noChangeAspect="1"/>
          </p:cNvPicPr>
          <p:nvPr/>
        </p:nvPicPr>
        <p:blipFill>
          <a:blip r:embed="rId2"/>
          <a:stretch>
            <a:fillRect/>
          </a:stretch>
        </p:blipFill>
        <p:spPr>
          <a:xfrm>
            <a:off x="11089640" y="5382260"/>
            <a:ext cx="1257935" cy="12579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err="1"/>
              <a:t>Streamlit</a:t>
            </a:r>
            <a:r>
              <a:rPr dirty="0" err="1"/>
              <a:t>代码运行</a:t>
            </a:r>
            <a:endParaRPr dirty="0" err="1"/>
          </a:p>
        </p:txBody>
      </p:sp>
      <p:sp>
        <p:nvSpPr>
          <p:cNvPr id="5" name="文本占位符 4"/>
          <p:cNvSpPr>
            <a:spLocks noGrp="1"/>
          </p:cNvSpPr>
          <p:nvPr>
            <p:ph type="body" sz="quarter" idx="11"/>
          </p:nvPr>
        </p:nvSpPr>
        <p:spPr>
          <a:xfrm>
            <a:off x="890270" y="1519555"/>
            <a:ext cx="10412095" cy="4550410"/>
          </a:xfrm>
        </p:spPr>
        <p:txBody>
          <a:bodyPr/>
          <a:lstStyle/>
          <a:p>
            <a:r>
              <a:rPr lang="zh-CN" altLang="en-US" sz="1800" b="1"/>
              <a:t>命令行运行程序</a:t>
            </a:r>
            <a:r>
              <a:rPr lang="en-US" altLang="zh-CN" sz="1800"/>
              <a:t>: </a:t>
            </a:r>
            <a:r>
              <a:rPr lang="en-US" altLang="zh-CN" sz="1800">
                <a:solidFill>
                  <a:srgbClr val="C00000"/>
                </a:solidFill>
              </a:rPr>
              <a:t>streamlit run python</a:t>
            </a:r>
            <a:r>
              <a:rPr lang="zh-CN" altLang="en-US" sz="1800">
                <a:solidFill>
                  <a:srgbClr val="C00000"/>
                </a:solidFill>
              </a:rPr>
              <a:t>脚本</a:t>
            </a:r>
            <a:r>
              <a:rPr lang="en-US" altLang="zh-CN"/>
              <a:t> </a:t>
            </a:r>
            <a:endParaRPr lang="en-US" altLang="zh-CN"/>
          </a:p>
        </p:txBody>
      </p:sp>
      <p:pic>
        <p:nvPicPr>
          <p:cNvPr id="2" name="图片 1"/>
          <p:cNvPicPr>
            <a:picLocks noChangeAspect="1"/>
          </p:cNvPicPr>
          <p:nvPr/>
        </p:nvPicPr>
        <p:blipFill>
          <a:blip r:embed="rId1"/>
          <a:stretch>
            <a:fillRect/>
          </a:stretch>
        </p:blipFill>
        <p:spPr>
          <a:xfrm>
            <a:off x="993775" y="2139950"/>
            <a:ext cx="6220460" cy="3929380"/>
          </a:xfrm>
          <a:prstGeom prst="rect">
            <a:avLst/>
          </a:prstGeom>
        </p:spPr>
      </p:pic>
      <p:pic>
        <p:nvPicPr>
          <p:cNvPr id="6" name="图片 5" descr="01 (11)"/>
          <p:cNvPicPr>
            <a:picLocks noChangeAspect="1"/>
          </p:cNvPicPr>
          <p:nvPr/>
        </p:nvPicPr>
        <p:blipFill>
          <a:blip r:embed="rId2"/>
          <a:stretch>
            <a:fillRect/>
          </a:stretch>
        </p:blipFill>
        <p:spPr>
          <a:xfrm>
            <a:off x="11089640" y="5382260"/>
            <a:ext cx="1257935" cy="125793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1647190" y="1513840"/>
            <a:ext cx="5231765" cy="4340225"/>
          </a:xfrm>
          <a:prstGeom prst="rect">
            <a:avLst/>
          </a:prstGeom>
        </p:spPr>
      </p:pic>
      <p:pic>
        <p:nvPicPr>
          <p:cNvPr id="6" name="图片 5" descr="01 (134)"/>
          <p:cNvPicPr>
            <a:picLocks noChangeAspect="1"/>
          </p:cNvPicPr>
          <p:nvPr/>
        </p:nvPicPr>
        <p:blipFill>
          <a:blip r:embed="rId2"/>
          <a:stretch>
            <a:fillRect/>
          </a:stretch>
        </p:blipFill>
        <p:spPr>
          <a:xfrm>
            <a:off x="5761990" y="1612900"/>
            <a:ext cx="3810000" cy="3810000"/>
          </a:xfrm>
          <a:prstGeom prst="rect">
            <a:avLst/>
          </a:prstGeom>
        </p:spPr>
      </p:pic>
      <p:sp>
        <p:nvSpPr>
          <p:cNvPr id="8" name="文本框 7"/>
          <p:cNvSpPr txBox="1"/>
          <p:nvPr/>
        </p:nvSpPr>
        <p:spPr>
          <a:xfrm>
            <a:off x="1647190" y="1514475"/>
            <a:ext cx="5342890" cy="4436110"/>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wrap="square">
            <a:noAutofit/>
          </a:bodyPr>
          <a:p>
            <a:pPr indent="0" fontAlgn="auto">
              <a:lnSpc>
                <a:spcPts val="1800"/>
              </a:lnSpc>
            </a:pPr>
            <a:endParaRPr lang="en-US" altLang="zh-CN" sz="1600" b="0" i="1">
              <a:solidFill>
                <a:srgbClr val="AAAAAA"/>
              </a:solidFill>
              <a:latin typeface="Consolas" panose="020B0609020204030204"/>
              <a:ea typeface="Consolas" panose="020B0609020204030204"/>
            </a:endParaRPr>
          </a:p>
        </p:txBody>
      </p:sp>
      <p:sp>
        <p:nvSpPr>
          <p:cNvPr id="3" name="标题 2"/>
          <p:cNvSpPr>
            <a:spLocks noGrp="1"/>
          </p:cNvSpPr>
          <p:nvPr>
            <p:ph type="title"/>
          </p:nvPr>
        </p:nvSpPr>
        <p:spPr/>
        <p:txBody>
          <a:bodyPr/>
          <a:p>
            <a:r>
              <a:rPr lang="zh-CN" altLang="en-US"/>
              <a:t>案例</a:t>
            </a:r>
            <a:r>
              <a:rPr lang="en-US" altLang="zh-CN"/>
              <a:t>2:</a:t>
            </a:r>
            <a:r>
              <a:rPr lang="zh-CN" altLang="en-US"/>
              <a:t>构建聊天机器人页面</a:t>
            </a:r>
            <a:endParaRPr lang="zh-CN"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1311910" y="1734185"/>
            <a:ext cx="6358890" cy="4702810"/>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wrap="square">
            <a:noAutofit/>
          </a:bodyPr>
          <a:p>
            <a:pPr indent="0" fontAlgn="auto">
              <a:lnSpc>
                <a:spcPts val="1800"/>
              </a:lnSpc>
            </a:pPr>
            <a:endParaRPr lang="en-US" altLang="zh-CN" sz="1600" b="0" i="1">
              <a:solidFill>
                <a:srgbClr val="AAAAAA"/>
              </a:solidFill>
              <a:latin typeface="Consolas" panose="020B0609020204030204"/>
              <a:ea typeface="Consolas" panose="020B0609020204030204"/>
            </a:endParaRPr>
          </a:p>
        </p:txBody>
      </p:sp>
      <p:sp>
        <p:nvSpPr>
          <p:cNvPr id="6" name="标题 5"/>
          <p:cNvSpPr>
            <a:spLocks noGrp="1"/>
          </p:cNvSpPr>
          <p:nvPr>
            <p:ph type="title"/>
          </p:nvPr>
        </p:nvSpPr>
        <p:spPr/>
        <p:txBody>
          <a:bodyPr/>
          <a:p>
            <a:r>
              <a:rPr lang="zh-CN" altLang="en-US"/>
              <a:t>案例</a:t>
            </a:r>
            <a:r>
              <a:rPr lang="en-US" altLang="zh-CN"/>
              <a:t>2:</a:t>
            </a:r>
            <a:r>
              <a:rPr lang="zh-CN" altLang="en-US"/>
              <a:t>构建聊天机器人页面</a:t>
            </a:r>
            <a:endParaRPr lang="zh-CN" altLang="en-US"/>
          </a:p>
        </p:txBody>
      </p:sp>
      <p:pic>
        <p:nvPicPr>
          <p:cNvPr id="2" name="图片 1"/>
          <p:cNvPicPr>
            <a:picLocks noChangeAspect="1"/>
          </p:cNvPicPr>
          <p:nvPr/>
        </p:nvPicPr>
        <p:blipFill>
          <a:blip r:embed="rId1"/>
          <a:stretch>
            <a:fillRect/>
          </a:stretch>
        </p:blipFill>
        <p:spPr>
          <a:xfrm>
            <a:off x="1311910" y="1734820"/>
            <a:ext cx="6358255" cy="4578350"/>
          </a:xfrm>
          <a:prstGeom prst="rect">
            <a:avLst/>
          </a:prstGeom>
        </p:spPr>
      </p:pic>
      <p:pic>
        <p:nvPicPr>
          <p:cNvPr id="7" name="图片 6" descr="01 (135)"/>
          <p:cNvPicPr>
            <a:picLocks noChangeAspect="1"/>
          </p:cNvPicPr>
          <p:nvPr/>
        </p:nvPicPr>
        <p:blipFill>
          <a:blip r:embed="rId2"/>
          <a:stretch>
            <a:fillRect/>
          </a:stretch>
        </p:blipFill>
        <p:spPr>
          <a:xfrm>
            <a:off x="11144885" y="5236845"/>
            <a:ext cx="1529715" cy="1529715"/>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6" name="组合 25"/>
          <p:cNvGrpSpPr/>
          <p:nvPr/>
        </p:nvGrpSpPr>
        <p:grpSpPr>
          <a:xfrm>
            <a:off x="1531724" y="3055610"/>
            <a:ext cx="1788859" cy="985540"/>
            <a:chOff x="5274220" y="808509"/>
            <a:chExt cx="1788859" cy="985540"/>
          </a:xfrm>
        </p:grpSpPr>
        <p:grpSp>
          <p:nvGrpSpPr>
            <p:cNvPr id="24" name="组合 23"/>
            <p:cNvGrpSpPr/>
            <p:nvPr/>
          </p:nvGrpSpPr>
          <p:grpSpPr>
            <a:xfrm>
              <a:off x="5493698" y="808509"/>
              <a:ext cx="1569381" cy="985540"/>
              <a:chOff x="5546085" y="808509"/>
              <a:chExt cx="1569381" cy="985540"/>
            </a:xfrm>
          </p:grpSpPr>
          <p:sp>
            <p:nvSpPr>
              <p:cNvPr id="5" name="文本框 4"/>
              <p:cNvSpPr txBox="1"/>
              <p:nvPr/>
            </p:nvSpPr>
            <p:spPr>
              <a:xfrm>
                <a:off x="5869612" y="808509"/>
                <a:ext cx="1245854" cy="738664"/>
              </a:xfrm>
              <a:prstGeom prst="rect">
                <a:avLst/>
              </a:prstGeom>
              <a:noFill/>
              <a:ln>
                <a:noFill/>
              </a:ln>
            </p:spPr>
            <p:txBody>
              <a:bodyPr wrap="none" rtlCol="0">
                <a:spAutoFit/>
              </a:bodyPr>
              <a:lstStyle/>
              <a:p>
                <a:pPr algn="ctr"/>
                <a:r>
                  <a:rPr lang="zh-CN" altLang="en-US" sz="4200" dirty="0" smtClean="0">
                    <a:latin typeface="阿里巴巴普惠体" panose="00020600040101010101" pitchFamily="18" charset="-122"/>
                    <a:ea typeface="阿里巴巴普惠体" panose="00020600040101010101" pitchFamily="18" charset="-122"/>
                    <a:cs typeface="阿里巴巴普惠体" panose="00020600040101010101" pitchFamily="18" charset="-122"/>
                  </a:rPr>
                  <a:t>目录</a:t>
                </a:r>
                <a:endParaRPr lang="zh-CN" altLang="en-US" sz="4200" dirty="0">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7" name="文本框 6"/>
              <p:cNvSpPr txBox="1"/>
              <p:nvPr/>
            </p:nvSpPr>
            <p:spPr>
              <a:xfrm>
                <a:off x="5546085" y="1332384"/>
                <a:ext cx="1564852" cy="461665"/>
              </a:xfrm>
              <a:prstGeom prst="rect">
                <a:avLst/>
              </a:prstGeom>
              <a:noFill/>
              <a:ln>
                <a:noFill/>
              </a:ln>
            </p:spPr>
            <p:txBody>
              <a:bodyPr wrap="none" rtlCol="0">
                <a:spAutoFit/>
              </a:bodyPr>
              <a:lstStyle/>
              <a:p>
                <a:pPr algn="ctr"/>
                <a:r>
                  <a:rPr lang="en-US" altLang="zh-CN" sz="2400" dirty="0" smtClean="0">
                    <a:solidFill>
                      <a:schemeClr val="bg1">
                        <a:lumMod val="85000"/>
                      </a:schemeClr>
                    </a:solidFill>
                    <a:latin typeface="Verdana" panose="020B0604030504040204" pitchFamily="34" charset="0"/>
                    <a:ea typeface="Verdana" panose="020B0604030504040204" pitchFamily="34" charset="0"/>
                    <a:cs typeface="阿里巴巴普惠体" panose="00020600040101010101" pitchFamily="18" charset="-122"/>
                  </a:rPr>
                  <a:t>Contents</a:t>
                </a:r>
                <a:endParaRPr lang="zh-CN" altLang="en-US" sz="2400" dirty="0">
                  <a:solidFill>
                    <a:schemeClr val="bg1">
                      <a:lumMod val="85000"/>
                    </a:schemeClr>
                  </a:solidFill>
                  <a:latin typeface="Verdana" panose="020B0604030504040204" pitchFamily="34" charset="0"/>
                  <a:ea typeface="阿里巴巴普惠体" panose="00020600040101010101" pitchFamily="18" charset="-122"/>
                  <a:cs typeface="阿里巴巴普惠体" panose="00020600040101010101" pitchFamily="18" charset="-122"/>
                </a:endParaRPr>
              </a:p>
            </p:txBody>
          </p:sp>
        </p:grpSp>
        <p:grpSp>
          <p:nvGrpSpPr>
            <p:cNvPr id="21" name="组合 20"/>
            <p:cNvGrpSpPr/>
            <p:nvPr/>
          </p:nvGrpSpPr>
          <p:grpSpPr>
            <a:xfrm>
              <a:off x="5274220" y="945019"/>
              <a:ext cx="516979" cy="517394"/>
              <a:chOff x="1919845" y="2887190"/>
              <a:chExt cx="1237258" cy="1238251"/>
            </a:xfrm>
          </p:grpSpPr>
          <p:sp>
            <p:nvSpPr>
              <p:cNvPr id="6" name="矩形 5"/>
              <p:cNvSpPr/>
              <p:nvPr/>
            </p:nvSpPr>
            <p:spPr>
              <a:xfrm>
                <a:off x="2257104" y="2887190"/>
                <a:ext cx="899999" cy="899999"/>
              </a:xfrm>
              <a:prstGeom prst="rect">
                <a:avLst/>
              </a:prstGeom>
              <a:solidFill>
                <a:srgbClr val="B600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1919845" y="3403284"/>
                <a:ext cx="722157" cy="722157"/>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cxnSp>
        <p:nvCxnSpPr>
          <p:cNvPr id="3" name="直接连接符 2"/>
          <p:cNvCxnSpPr/>
          <p:nvPr/>
        </p:nvCxnSpPr>
        <p:spPr>
          <a:xfrm>
            <a:off x="3779157" y="2423160"/>
            <a:ext cx="0" cy="225044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4426837" y="2044284"/>
            <a:ext cx="5511800" cy="2584450"/>
          </a:xfrm>
          <a:prstGeom prst="rect">
            <a:avLst/>
          </a:prstGeom>
          <a:noFill/>
        </p:spPr>
        <p:txBody>
          <a:bodyPr wrap="none" rtlCol="0">
            <a:spAutoFit/>
            <a:scene3d>
              <a:camera prst="orthographicFront"/>
              <a:lightRig rig="threePt" dir="t"/>
            </a:scene3d>
            <a:sp3d contourW="12700"/>
          </a:bodyPr>
          <a:p>
            <a:pPr algn="l"/>
            <a:endParaRPr lang="zh-CN" sz="2400" b="1" dirty="0" smtClean="0">
              <a:solidFill>
                <a:srgbClr val="40404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r>
              <a:rPr lang="zh-CN" sz="2400" b="1" dirty="0" smtClean="0">
                <a:solidFill>
                  <a:schemeClr val="tx1"/>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rPr>
              <a:t>聊天机器人概述</a:t>
            </a:r>
            <a:endParaRPr lang="zh-CN" sz="2400" b="1" dirty="0" smtClean="0">
              <a:solidFill>
                <a:schemeClr val="tx1"/>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endParaRPr lang="zh-CN" altLang="en-US" sz="2400" b="1" dirty="0" smtClean="0">
              <a:solidFill>
                <a:srgbClr val="40404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r>
              <a:rPr lang="en-US" sz="2400" b="1" dirty="0" smtClean="0">
                <a:solidFill>
                  <a:schemeClr val="tx1"/>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rPr>
              <a:t>Streamlit</a:t>
            </a:r>
            <a:r>
              <a:rPr lang="zh-CN" altLang="en-US" sz="2400" b="1" dirty="0" smtClean="0">
                <a:solidFill>
                  <a:schemeClr val="tx1"/>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rPr>
              <a:t>技术详解</a:t>
            </a:r>
            <a:endParaRPr lang="zh-CN" altLang="en-US" sz="2400" b="1" dirty="0" smtClean="0">
              <a:solidFill>
                <a:schemeClr val="tx1"/>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endParaRPr lang="zh-CN" altLang="en-US" sz="2400" b="1" dirty="0" smtClean="0">
              <a:solidFill>
                <a:srgbClr val="40404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a:p>
            <a:pPr algn="l"/>
            <a:r>
              <a:rPr kumimoji="1" lang="zh-CN" altLang="en-US" sz="2400" dirty="0">
                <a:solidFill>
                  <a:srgbClr val="C00000"/>
                </a:solidFill>
                <a:sym typeface="+mn-ea"/>
              </a:rPr>
              <a:t>从零构建聊天机器人</a:t>
            </a:r>
            <a:endParaRPr kumimoji="1" lang="zh-CN" altLang="en-US" sz="2400" dirty="0">
              <a:solidFill>
                <a:srgbClr val="C00000"/>
              </a:solidFill>
              <a:sym typeface="+mn-ea"/>
            </a:endParaRPr>
          </a:p>
          <a:p>
            <a:pPr algn="l"/>
            <a:r>
              <a:rPr kumimoji="1" lang="en-US" altLang="zh-CN" dirty="0">
                <a:solidFill>
                  <a:srgbClr val="C00000"/>
                </a:solidFill>
                <a:sym typeface="+mn-ea"/>
              </a:rPr>
              <a:t>Streamlit+</a:t>
            </a:r>
            <a:r>
              <a:rPr kumimoji="1" lang="en-US" altLang="zh-CN" dirty="0" err="1">
                <a:solidFill>
                  <a:srgbClr val="C00000"/>
                </a:solidFill>
                <a:sym typeface="+mn-ea"/>
              </a:rPr>
              <a:t>Ollama+</a:t>
            </a:r>
            <a:r>
              <a:rPr kumimoji="1" lang="zh-CN" altLang="en-US" dirty="0" err="1">
                <a:solidFill>
                  <a:srgbClr val="C00000"/>
                </a:solidFill>
                <a:sym typeface="+mn-ea"/>
              </a:rPr>
              <a:t>本地私有大模型</a:t>
            </a:r>
            <a:r>
              <a:rPr kumimoji="1" lang="en-US" altLang="zh-CN" dirty="0" err="1">
                <a:solidFill>
                  <a:srgbClr val="C00000"/>
                </a:solidFill>
                <a:sym typeface="+mn-ea"/>
              </a:rPr>
              <a:t>(deepseek</a:t>
            </a:r>
            <a:r>
              <a:rPr kumimoji="1" lang="zh-CN" altLang="en-US" dirty="0" err="1">
                <a:solidFill>
                  <a:srgbClr val="C00000"/>
                </a:solidFill>
                <a:sym typeface="+mn-ea"/>
              </a:rPr>
              <a:t>和</a:t>
            </a:r>
            <a:r>
              <a:rPr kumimoji="1" lang="en-US" altLang="zh-CN" dirty="0" err="1">
                <a:solidFill>
                  <a:srgbClr val="C00000"/>
                </a:solidFill>
                <a:sym typeface="+mn-ea"/>
              </a:rPr>
              <a:t>qwen</a:t>
            </a:r>
            <a:r>
              <a:rPr kumimoji="1" lang="zh-CN" altLang="en-US" dirty="0" err="1">
                <a:solidFill>
                  <a:srgbClr val="C00000"/>
                </a:solidFill>
                <a:sym typeface="+mn-ea"/>
              </a:rPr>
              <a:t>等</a:t>
            </a:r>
            <a:r>
              <a:rPr kumimoji="1" lang="en-US" altLang="zh-CN" dirty="0" err="1">
                <a:solidFill>
                  <a:srgbClr val="C00000"/>
                </a:solidFill>
                <a:sym typeface="+mn-ea"/>
              </a:rPr>
              <a:t>)</a:t>
            </a:r>
            <a:endParaRPr lang="zh-CN" altLang="en-US" sz="2400" b="1" dirty="0" smtClean="0">
              <a:solidFill>
                <a:srgbClr val="404040"/>
              </a:solidFill>
              <a:latin typeface="思源黑体 CN Regular" panose="020B0500000000000000" pitchFamily="34" charset="-122"/>
              <a:ea typeface="思源黑体 CN Regular" panose="020B0500000000000000" pitchFamily="34" charset="-122"/>
              <a:cs typeface="阿里巴巴普惠体 M" panose="00020600040101010101" pitchFamily="18"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本次构建的聊天机器人效果</a:t>
            </a:r>
            <a:r>
              <a:rPr lang="en-US" altLang="zh-CN"/>
              <a:t>:</a:t>
            </a:r>
            <a:endParaRPr lang="en-US" altLang="zh-CN"/>
          </a:p>
        </p:txBody>
      </p:sp>
      <p:pic>
        <p:nvPicPr>
          <p:cNvPr id="5" name="图片 4"/>
          <p:cNvPicPr>
            <a:picLocks noChangeAspect="1"/>
          </p:cNvPicPr>
          <p:nvPr/>
        </p:nvPicPr>
        <p:blipFill>
          <a:blip r:embed="rId1"/>
          <a:stretch>
            <a:fillRect/>
          </a:stretch>
        </p:blipFill>
        <p:spPr>
          <a:xfrm>
            <a:off x="2790190" y="1513840"/>
            <a:ext cx="5231765" cy="4340225"/>
          </a:xfrm>
          <a:prstGeom prst="rect">
            <a:avLst/>
          </a:prstGeom>
        </p:spPr>
      </p:pic>
      <p:pic>
        <p:nvPicPr>
          <p:cNvPr id="6" name="图片 5" descr="01 (134)"/>
          <p:cNvPicPr>
            <a:picLocks noChangeAspect="1"/>
          </p:cNvPicPr>
          <p:nvPr/>
        </p:nvPicPr>
        <p:blipFill>
          <a:blip r:embed="rId2"/>
          <a:stretch>
            <a:fillRect/>
          </a:stretch>
        </p:blipFill>
        <p:spPr>
          <a:xfrm>
            <a:off x="7023100" y="1656080"/>
            <a:ext cx="3810000" cy="3810000"/>
          </a:xfrm>
          <a:prstGeom prst="rect">
            <a:avLst/>
          </a:prstGeom>
        </p:spPr>
      </p:pic>
      <p:sp>
        <p:nvSpPr>
          <p:cNvPr id="8" name="文本框 7"/>
          <p:cNvSpPr txBox="1"/>
          <p:nvPr/>
        </p:nvSpPr>
        <p:spPr>
          <a:xfrm>
            <a:off x="2790190" y="1514475"/>
            <a:ext cx="5342890" cy="4436110"/>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wrap="square">
            <a:noAutofit/>
          </a:bodyPr>
          <a:p>
            <a:pPr indent="0" fontAlgn="auto">
              <a:lnSpc>
                <a:spcPts val="1800"/>
              </a:lnSpc>
            </a:pPr>
            <a:endParaRPr lang="en-US" altLang="zh-CN" sz="1600" b="0" i="1">
              <a:solidFill>
                <a:srgbClr val="AAAAAA"/>
              </a:solidFill>
              <a:latin typeface="Consolas" panose="020B0609020204030204"/>
              <a:ea typeface="Consolas" panose="020B0609020204030204"/>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a:t>python</a:t>
            </a:r>
            <a:r>
              <a:t>解释器安装</a:t>
            </a:r>
            <a:r>
              <a:rPr lang="en-US" altLang="zh-CN"/>
              <a:t>ollama</a:t>
            </a:r>
            <a:r>
              <a:t>库</a:t>
            </a:r>
          </a:p>
        </p:txBody>
      </p:sp>
      <p:sp>
        <p:nvSpPr>
          <p:cNvPr id="8" name="文本框 7"/>
          <p:cNvSpPr txBox="1"/>
          <p:nvPr/>
        </p:nvSpPr>
        <p:spPr>
          <a:xfrm>
            <a:off x="833755" y="1795780"/>
            <a:ext cx="10158095" cy="3608070"/>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wrap="square">
            <a:noAutofit/>
          </a:bodyPr>
          <a:p>
            <a:pPr indent="0" fontAlgn="auto">
              <a:lnSpc>
                <a:spcPts val="1800"/>
              </a:lnSpc>
            </a:pPr>
            <a:endParaRPr lang="en-US" altLang="zh-CN" sz="1600" b="0" i="1">
              <a:solidFill>
                <a:srgbClr val="AAAAAA"/>
              </a:solidFill>
              <a:latin typeface="Consolas" panose="020B0609020204030204"/>
              <a:ea typeface="Consolas" panose="020B0609020204030204"/>
            </a:endParaRPr>
          </a:p>
        </p:txBody>
      </p:sp>
      <p:pic>
        <p:nvPicPr>
          <p:cNvPr id="4" name="图片 3"/>
          <p:cNvPicPr>
            <a:picLocks noChangeAspect="1"/>
          </p:cNvPicPr>
          <p:nvPr/>
        </p:nvPicPr>
        <p:blipFill>
          <a:blip r:embed="rId1"/>
          <a:stretch>
            <a:fillRect/>
          </a:stretch>
        </p:blipFill>
        <p:spPr>
          <a:xfrm>
            <a:off x="833755" y="1943735"/>
            <a:ext cx="10158095" cy="3406775"/>
          </a:xfrm>
          <a:prstGeom prst="rect">
            <a:avLst/>
          </a:prstGeom>
        </p:spPr>
      </p:pic>
      <p:pic>
        <p:nvPicPr>
          <p:cNvPr id="7" name="图片 6" descr="01 (135)"/>
          <p:cNvPicPr>
            <a:picLocks noChangeAspect="1"/>
          </p:cNvPicPr>
          <p:nvPr/>
        </p:nvPicPr>
        <p:blipFill>
          <a:blip r:embed="rId2"/>
          <a:stretch>
            <a:fillRect/>
          </a:stretch>
        </p:blipFill>
        <p:spPr>
          <a:xfrm>
            <a:off x="11144885" y="5236845"/>
            <a:ext cx="1529715" cy="1529715"/>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a:t>utils</a:t>
            </a:r>
            <a:r>
              <a:rPr altLang="zh-CN"/>
              <a:t>工具箱</a:t>
            </a:r>
            <a:endParaRPr altLang="zh-CN"/>
          </a:p>
        </p:txBody>
      </p:sp>
      <p:pic>
        <p:nvPicPr>
          <p:cNvPr id="7" name="图片 6" descr="01 (126)"/>
          <p:cNvPicPr>
            <a:picLocks noChangeAspect="1"/>
          </p:cNvPicPr>
          <p:nvPr/>
        </p:nvPicPr>
        <p:blipFill>
          <a:blip r:embed="rId1"/>
          <a:stretch>
            <a:fillRect/>
          </a:stretch>
        </p:blipFill>
        <p:spPr>
          <a:xfrm>
            <a:off x="6539230" y="2188845"/>
            <a:ext cx="3389630" cy="3389630"/>
          </a:xfrm>
          <a:prstGeom prst="rect">
            <a:avLst/>
          </a:prstGeom>
        </p:spPr>
      </p:pic>
      <p:sp>
        <p:nvSpPr>
          <p:cNvPr id="8" name="文本框 7"/>
          <p:cNvSpPr txBox="1"/>
          <p:nvPr/>
        </p:nvSpPr>
        <p:spPr>
          <a:xfrm>
            <a:off x="954405" y="1752600"/>
            <a:ext cx="5479415" cy="4625975"/>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wrap="square">
            <a:noAutofit/>
          </a:bodyPr>
          <a:p>
            <a:pPr indent="0" fontAlgn="auto">
              <a:lnSpc>
                <a:spcPts val="1800"/>
              </a:lnSpc>
            </a:pPr>
            <a:endParaRPr lang="en-US" altLang="zh-CN" sz="1600" b="0" i="1">
              <a:solidFill>
                <a:srgbClr val="AAAAAA"/>
              </a:solidFill>
              <a:latin typeface="Consolas" panose="020B0609020204030204"/>
              <a:ea typeface="Consolas" panose="020B0609020204030204"/>
            </a:endParaRPr>
          </a:p>
        </p:txBody>
      </p:sp>
      <p:pic>
        <p:nvPicPr>
          <p:cNvPr id="3" name="图片 2"/>
          <p:cNvPicPr>
            <a:picLocks noChangeAspect="1"/>
          </p:cNvPicPr>
          <p:nvPr/>
        </p:nvPicPr>
        <p:blipFill>
          <a:blip r:embed="rId2"/>
          <a:stretch>
            <a:fillRect/>
          </a:stretch>
        </p:blipFill>
        <p:spPr>
          <a:xfrm>
            <a:off x="979805" y="1752600"/>
            <a:ext cx="5398135" cy="4624070"/>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p>
            <a:r>
              <a:rPr lang="en-US" altLang="zh-CN"/>
              <a:t>main</a:t>
            </a:r>
            <a:r>
              <a:t>主界面</a:t>
            </a:r>
            <a:endParaRPr altLang="zh-CN"/>
          </a:p>
        </p:txBody>
      </p:sp>
      <p:sp>
        <p:nvSpPr>
          <p:cNvPr id="3" name="文本框 2"/>
          <p:cNvSpPr txBox="1"/>
          <p:nvPr/>
        </p:nvSpPr>
        <p:spPr>
          <a:xfrm>
            <a:off x="842010" y="1561465"/>
            <a:ext cx="6271895" cy="5137150"/>
          </a:xfrm>
          <a:prstGeom prst="rect">
            <a:avLst/>
          </a:prstGeom>
          <a:ln w="9525" cap="flat" cmpd="sng" algn="ctr">
            <a:solidFill>
              <a:schemeClr val="accent1"/>
            </a:solidFill>
            <a:prstDash val="dash"/>
          </a:ln>
        </p:spPr>
        <p:style>
          <a:lnRef idx="0">
            <a:schemeClr val="accent1"/>
          </a:lnRef>
          <a:fillRef idx="0">
            <a:srgbClr val="FFFFFF"/>
          </a:fillRef>
          <a:effectRef idx="0">
            <a:srgbClr val="FFFFFF"/>
          </a:effectRef>
          <a:fontRef idx="minor">
            <a:schemeClr val="tx1"/>
          </a:fontRef>
        </p:style>
        <p:txBody>
          <a:bodyPr>
            <a:noAutofit/>
          </a:bodyPr>
          <a:p>
            <a:pPr>
              <a:lnSpc>
                <a:spcPts val="1400"/>
              </a:lnSpc>
            </a:pPr>
            <a:endParaRPr lang="en-US" altLang="zh-CN" sz="1600" b="0">
              <a:solidFill>
                <a:srgbClr val="777777"/>
              </a:solidFill>
              <a:latin typeface="Consolas" panose="020B0609020204030204"/>
              <a:ea typeface="Consolas" panose="020B0609020204030204"/>
            </a:endParaRPr>
          </a:p>
        </p:txBody>
      </p:sp>
      <p:pic>
        <p:nvPicPr>
          <p:cNvPr id="7" name="图片 6" descr="01 (126)"/>
          <p:cNvPicPr>
            <a:picLocks noChangeAspect="1"/>
          </p:cNvPicPr>
          <p:nvPr/>
        </p:nvPicPr>
        <p:blipFill>
          <a:blip r:embed="rId1"/>
          <a:stretch>
            <a:fillRect/>
          </a:stretch>
        </p:blipFill>
        <p:spPr>
          <a:xfrm>
            <a:off x="6995160" y="2194560"/>
            <a:ext cx="3389630" cy="3389630"/>
          </a:xfrm>
          <a:prstGeom prst="rect">
            <a:avLst/>
          </a:prstGeom>
        </p:spPr>
      </p:pic>
      <p:pic>
        <p:nvPicPr>
          <p:cNvPr id="5" name="图片 4"/>
          <p:cNvPicPr>
            <a:picLocks noChangeAspect="1"/>
          </p:cNvPicPr>
          <p:nvPr/>
        </p:nvPicPr>
        <p:blipFill>
          <a:blip r:embed="rId2"/>
          <a:stretch>
            <a:fillRect/>
          </a:stretch>
        </p:blipFill>
        <p:spPr>
          <a:xfrm>
            <a:off x="884555" y="1600835"/>
            <a:ext cx="6187440" cy="5034915"/>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commondata" val="eyJoZGlkIjoiZjFlMjg2MmYxODM4Yjk5ZDc5MGVmYjg0M2JjYjM0MTgifQ=="/>
  <p:tag name="resource_record_key" val="{&quot;70&quot;:[3314594,3321502,3327990]}"/>
</p:tagLst>
</file>

<file path=ppt/theme/theme1.xml><?xml version="1.0" encoding="utf-8"?>
<a:theme xmlns:a="http://schemas.openxmlformats.org/drawingml/2006/main" name="封面">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5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6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1865</Words>
  <Application>WPS 演示</Application>
  <PresentationFormat>宽屏</PresentationFormat>
  <Paragraphs>140</Paragraphs>
  <Slides>21</Slides>
  <Notes>0</Notes>
  <HiddenSlides>0</HiddenSlides>
  <MMClips>0</MMClips>
  <ScaleCrop>false</ScaleCrop>
  <HeadingPairs>
    <vt:vector size="6" baseType="variant">
      <vt:variant>
        <vt:lpstr>已用的字体</vt:lpstr>
      </vt:variant>
      <vt:variant>
        <vt:i4>25</vt:i4>
      </vt:variant>
      <vt:variant>
        <vt:lpstr>主题</vt:lpstr>
      </vt:variant>
      <vt:variant>
        <vt:i4>9</vt:i4>
      </vt:variant>
      <vt:variant>
        <vt:lpstr>幻灯片标题</vt:lpstr>
      </vt:variant>
      <vt:variant>
        <vt:i4>21</vt:i4>
      </vt:variant>
    </vt:vector>
  </HeadingPairs>
  <TitlesOfParts>
    <vt:vector size="55" baseType="lpstr">
      <vt:lpstr>Arial</vt:lpstr>
      <vt:lpstr>宋体</vt:lpstr>
      <vt:lpstr>Wingdings</vt:lpstr>
      <vt:lpstr>Calibri</vt:lpstr>
      <vt:lpstr>黑体</vt:lpstr>
      <vt:lpstr>Alibaba PuHuiTi B</vt:lpstr>
      <vt:lpstr>Alibaba PuHuiTi R</vt:lpstr>
      <vt:lpstr>阿里巴巴普惠体 B</vt:lpstr>
      <vt:lpstr>华文楷体</vt:lpstr>
      <vt:lpstr>阿里巴巴普惠体</vt:lpstr>
      <vt:lpstr>Segoe UI</vt:lpstr>
      <vt:lpstr>微软雅黑</vt:lpstr>
      <vt:lpstr>Verdana</vt:lpstr>
      <vt:lpstr>阿里巴巴普惠体 Medium</vt:lpstr>
      <vt:lpstr>Alibaba PuHuiTi M</vt:lpstr>
      <vt:lpstr>Segoe UI Light</vt:lpstr>
      <vt:lpstr>微软雅黑 Light</vt:lpstr>
      <vt:lpstr>思源黑体 CN Regular</vt:lpstr>
      <vt:lpstr>阿里巴巴普惠体 M</vt:lpstr>
      <vt:lpstr>阿里巴巴普惠体 R</vt:lpstr>
      <vt:lpstr>Alibaba PuHuiTi Regular</vt:lpstr>
      <vt:lpstr>阿里巴巴普惠体 2.0 65 Medium</vt:lpstr>
      <vt:lpstr>Consolas</vt:lpstr>
      <vt:lpstr>Arial Unicode MS</vt:lpstr>
      <vt:lpstr>等线</vt:lpstr>
      <vt:lpstr>封面</vt:lpstr>
      <vt:lpstr>正文设计方案</vt:lpstr>
      <vt:lpstr>5_结束页设计方案</vt:lpstr>
      <vt:lpstr>1_正文设计方案</vt:lpstr>
      <vt:lpstr>2_正文设计方案</vt:lpstr>
      <vt:lpstr>3_正文设计方案</vt:lpstr>
      <vt:lpstr>4_正文设计方案</vt:lpstr>
      <vt:lpstr>5_正文设计方案</vt:lpstr>
      <vt:lpstr>6_正文设计方案</vt:lpstr>
      <vt:lpstr>黑马智聊机器人项目 Streamlit+Ollama+本地私有大模型(deepseek和qwen等)</vt:lpstr>
      <vt:lpstr>PowerPoint 演示文稿</vt:lpstr>
      <vt:lpstr>PowerPoint 演示文稿</vt:lpstr>
      <vt:lpstr>PowerPoint 演示文稿</vt:lpstr>
      <vt:lpstr>本次构建的聊天机器人效果:</vt:lpstr>
      <vt:lpstr>PowerPoint 演示文稿</vt:lpstr>
      <vt:lpstr>Streamlit框架介绍</vt:lpstr>
      <vt:lpstr>Streamlit框架特点</vt:lpstr>
      <vt:lpstr>Streamlit框架安装</vt:lpstr>
      <vt:lpstr>Streamlit框架常见组件</vt:lpstr>
      <vt:lpstr>Streamlit框架入门案例</vt:lpstr>
      <vt:lpstr>Streamlit框架入门案例</vt:lpstr>
      <vt:lpstr>Streamlit代码运行</vt:lpstr>
      <vt:lpstr>案例2:构建聊天机器人页面</vt:lpstr>
      <vt:lpstr>案例2:构建聊天机器人页面</vt:lpstr>
      <vt:lpstr>PowerPoint 演示文稿</vt:lpstr>
      <vt:lpstr>本次构建的聊天机器人效果:</vt:lpstr>
      <vt:lpstr>python解释器安装ollama库</vt:lpstr>
      <vt:lpstr>utils工具箱</vt:lpstr>
      <vt:lpstr>main主界面</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武常斌</cp:lastModifiedBy>
  <cp:revision>3283</cp:revision>
  <dcterms:created xsi:type="dcterms:W3CDTF">2020-03-31T02:23:00Z</dcterms:created>
  <dcterms:modified xsi:type="dcterms:W3CDTF">2025-03-25T15:26:18Z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A2FC933CC2024FA0AC47E495D554B127_12</vt:lpwstr>
  </property>
  <property fmtid="{D5CDD505-2E9C-101B-9397-08002B2CF9AE}" pid="3" name="KSOProductBuildVer">
    <vt:lpwstr>2052-12.1.0.20305</vt:lpwstr>
  </property>
</Properties>
</file>